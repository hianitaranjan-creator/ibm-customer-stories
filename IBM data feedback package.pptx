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 id="2147483658" r:id="rId2"/>
  </p:sldMasterIdLst>
  <p:notesMasterIdLst>
    <p:notesMasterId r:id="rId10"/>
  </p:notesMasterIdLst>
  <p:sldIdLst>
    <p:sldId id="347" r:id="rId3"/>
    <p:sldId id="346" r:id="rId4"/>
    <p:sldId id="348" r:id="rId5"/>
    <p:sldId id="256" r:id="rId6"/>
    <p:sldId id="350" r:id="rId7"/>
    <p:sldId id="352" r:id="rId8"/>
    <p:sldId id="35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BF5877B-65E3-7041-AE44-8998B0C007D4}">
          <p14:sldIdLst>
            <p14:sldId id="347"/>
            <p14:sldId id="346"/>
            <p14:sldId id="348"/>
            <p14:sldId id="256"/>
            <p14:sldId id="350"/>
            <p14:sldId id="352"/>
            <p14:sldId id="353"/>
          </p14:sldIdLst>
        </p14:section>
      </p14:section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F0E5750-D4F5-94D1-F4B1-5A1115576BA4}" name="Sean Anderson" initials="SA" userId="S::sanderson@ibm.com::c149c40d-ad2d-4ce6-9ae5-75f83f88cc18" providerId="AD"/>
  <p188:author id="{57EA6780-E8C8-F3F2-C004-5021FB41A1F4}" name="Taryn Black" initials="TB" userId="S::TarynB@ibm.com::d9384a23-050c-4ee9-93a8-e4eb1d984d45" providerId="AD"/>
  <p188:author id="{7040459B-EE9D-5F89-5006-2748A14A43A2}" name="Tarun Reddy Mabbu" initials="TM" userId="S::Tarun.Mabbu@ibm.com::2ff8f8e3-15e0-4727-a811-c9091bc1495e" providerId="AD"/>
  <p188:author id="{C839ABB3-958E-58AA-C08B-CAB9413FA8B2}" name="Sajan Kuttappa" initials="SK" userId="S::sajan.kuttappa@in.ibm.com::8788097f-218b-4db1-a648-f53334e013fb" providerId="AD"/>
  <p188:author id="{2E70A5C2-F6C4-E95B-C6DA-B05524D055DD}" name="TIM RICHER" initials="TR" userId="S::richerti@us.ibm.com::c51271e5-4438-4f9f-ac23-dcce7c4c0031" providerId="AD"/>
  <p188:author id="{7AC515DD-6CC0-8495-FECF-C07E8D152392}" name="Anita Ranjan" initials="AR" userId="S::anita.ranjan7@ibm.com::98ed435f-db7e-4fd5-b211-dca79c3f838e"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2B71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BAE18E0-4555-DEFB-9A10-377948FDC99C}" v="2" dt="2026-07-27T17:20:35.927"/>
    <p1510:client id="{77AFAB6F-50B5-17A6-803B-C40C35292C8E}" v="1" dt="2026-07-28T06:29:27.38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viewProps" Target="viewProps.xml"/><Relationship Id="rId17" Type="http://schemas.microsoft.com/office/2018/10/relationships/authors" Target="authors.xml"/><Relationship Id="rId2" Type="http://schemas.openxmlformats.org/officeDocument/2006/relationships/slideMaster" Target="slideMasters/slideMaster2.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presProps" Target="presProps.xml"/><Relationship Id="rId5" Type="http://schemas.openxmlformats.org/officeDocument/2006/relationships/slide" Target="slides/slide3.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roline Garay" userId="S::caroline.garay@ibm.com::afc0e84e-2e05-4c3f-b843-ef9b5da41c95" providerId="AD" clId="Web-{AC1C9F66-A1D7-800D-E7FA-6164C90CEED9}"/>
    <pc:docChg chg="modSld">
      <pc:chgData name="Caroline Garay" userId="S::caroline.garay@ibm.com::afc0e84e-2e05-4c3f-b843-ef9b5da41c95" providerId="AD" clId="Web-{AC1C9F66-A1D7-800D-E7FA-6164C90CEED9}" dt="2026-07-23T22:59:30.950" v="169" actId="20577"/>
      <pc:docMkLst>
        <pc:docMk/>
      </pc:docMkLst>
      <pc:sldChg chg="modSp">
        <pc:chgData name="Caroline Garay" userId="S::caroline.garay@ibm.com::afc0e84e-2e05-4c3f-b843-ef9b5da41c95" providerId="AD" clId="Web-{AC1C9F66-A1D7-800D-E7FA-6164C90CEED9}" dt="2026-07-23T21:34:09.591" v="52" actId="20577"/>
        <pc:sldMkLst>
          <pc:docMk/>
          <pc:sldMk cId="0" sldId="256"/>
        </pc:sldMkLst>
        <pc:spChg chg="mod">
          <ac:chgData name="Caroline Garay" userId="S::caroline.garay@ibm.com::afc0e84e-2e05-4c3f-b843-ef9b5da41c95" providerId="AD" clId="Web-{AC1C9F66-A1D7-800D-E7FA-6164C90CEED9}" dt="2026-07-23T18:06:12.265" v="18" actId="20577"/>
          <ac:spMkLst>
            <pc:docMk/>
            <pc:sldMk cId="0" sldId="256"/>
            <ac:spMk id="4" creationId="{00000000-0000-0000-0000-000000000000}"/>
          </ac:spMkLst>
        </pc:spChg>
        <pc:spChg chg="mod">
          <ac:chgData name="Caroline Garay" userId="S::caroline.garay@ibm.com::afc0e84e-2e05-4c3f-b843-ef9b5da41c95" providerId="AD" clId="Web-{AC1C9F66-A1D7-800D-E7FA-6164C90CEED9}" dt="2026-07-23T18:07:54.533" v="23" actId="20577"/>
          <ac:spMkLst>
            <pc:docMk/>
            <pc:sldMk cId="0" sldId="256"/>
            <ac:spMk id="7" creationId="{00000000-0000-0000-0000-000000000000}"/>
          </ac:spMkLst>
        </pc:spChg>
        <pc:spChg chg="mod">
          <ac:chgData name="Caroline Garay" userId="S::caroline.garay@ibm.com::afc0e84e-2e05-4c3f-b843-ef9b5da41c95" providerId="AD" clId="Web-{AC1C9F66-A1D7-800D-E7FA-6164C90CEED9}" dt="2026-07-23T21:34:09.591" v="52" actId="20577"/>
          <ac:spMkLst>
            <pc:docMk/>
            <pc:sldMk cId="0" sldId="256"/>
            <ac:spMk id="11" creationId="{00000000-0000-0000-0000-000000000000}"/>
          </ac:spMkLst>
        </pc:spChg>
        <pc:spChg chg="mod">
          <ac:chgData name="Caroline Garay" userId="S::caroline.garay@ibm.com::afc0e84e-2e05-4c3f-b843-ef9b5da41c95" providerId="AD" clId="Web-{AC1C9F66-A1D7-800D-E7FA-6164C90CEED9}" dt="2026-07-23T21:27:54.282" v="41" actId="20577"/>
          <ac:spMkLst>
            <pc:docMk/>
            <pc:sldMk cId="0" sldId="256"/>
            <ac:spMk id="23" creationId="{00000000-0000-0000-0000-000000000000}"/>
          </ac:spMkLst>
        </pc:spChg>
      </pc:sldChg>
      <pc:sldChg chg="modSp">
        <pc:chgData name="Caroline Garay" userId="S::caroline.garay@ibm.com::afc0e84e-2e05-4c3f-b843-ef9b5da41c95" providerId="AD" clId="Web-{AC1C9F66-A1D7-800D-E7FA-6164C90CEED9}" dt="2026-07-23T21:50:12.515" v="110" actId="20577"/>
        <pc:sldMkLst>
          <pc:docMk/>
          <pc:sldMk cId="1695811504" sldId="350"/>
        </pc:sldMkLst>
        <pc:spChg chg="mod">
          <ac:chgData name="Caroline Garay" userId="S::caroline.garay@ibm.com::afc0e84e-2e05-4c3f-b843-ef9b5da41c95" providerId="AD" clId="Web-{AC1C9F66-A1D7-800D-E7FA-6164C90CEED9}" dt="2026-07-23T21:50:12.515" v="110" actId="20577"/>
          <ac:spMkLst>
            <pc:docMk/>
            <pc:sldMk cId="1695811504" sldId="350"/>
            <ac:spMk id="7" creationId="{6D0271C3-181A-BE92-1AA5-F07746492BD3}"/>
          </ac:spMkLst>
        </pc:spChg>
        <pc:spChg chg="mod">
          <ac:chgData name="Caroline Garay" userId="S::caroline.garay@ibm.com::afc0e84e-2e05-4c3f-b843-ef9b5da41c95" providerId="AD" clId="Web-{AC1C9F66-A1D7-800D-E7FA-6164C90CEED9}" dt="2026-07-23T21:48:43.200" v="102"/>
          <ac:spMkLst>
            <pc:docMk/>
            <pc:sldMk cId="1695811504" sldId="350"/>
            <ac:spMk id="23" creationId="{5DAEFDDF-5E66-7EFC-8FCA-F0C450F3D52B}"/>
          </ac:spMkLst>
        </pc:spChg>
      </pc:sldChg>
      <pc:sldChg chg="addSp modSp">
        <pc:chgData name="Caroline Garay" userId="S::caroline.garay@ibm.com::afc0e84e-2e05-4c3f-b843-ef9b5da41c95" providerId="AD" clId="Web-{AC1C9F66-A1D7-800D-E7FA-6164C90CEED9}" dt="2026-07-23T22:59:30.950" v="169" actId="20577"/>
        <pc:sldMkLst>
          <pc:docMk/>
          <pc:sldMk cId="1841931575" sldId="352"/>
        </pc:sldMkLst>
        <pc:spChg chg="mod">
          <ac:chgData name="Caroline Garay" userId="S::caroline.garay@ibm.com::afc0e84e-2e05-4c3f-b843-ef9b5da41c95" providerId="AD" clId="Web-{AC1C9F66-A1D7-800D-E7FA-6164C90CEED9}" dt="2026-07-23T21:50:20.359" v="111" actId="20577"/>
          <ac:spMkLst>
            <pc:docMk/>
            <pc:sldMk cId="1841931575" sldId="352"/>
            <ac:spMk id="7" creationId="{0CF487C4-054A-B851-B373-A6352154B7B1}"/>
          </ac:spMkLst>
        </pc:spChg>
        <pc:spChg chg="mod">
          <ac:chgData name="Caroline Garay" userId="S::caroline.garay@ibm.com::afc0e84e-2e05-4c3f-b843-ef9b5da41c95" providerId="AD" clId="Web-{AC1C9F66-A1D7-800D-E7FA-6164C90CEED9}" dt="2026-07-23T22:59:30.950" v="169" actId="20577"/>
          <ac:spMkLst>
            <pc:docMk/>
            <pc:sldMk cId="1841931575" sldId="352"/>
            <ac:spMk id="19" creationId="{B254463F-27CF-2A36-0218-3A539EADE728}"/>
          </ac:spMkLst>
        </pc:spChg>
        <pc:spChg chg="mod">
          <ac:chgData name="Caroline Garay" userId="S::caroline.garay@ibm.com::afc0e84e-2e05-4c3f-b843-ef9b5da41c95" providerId="AD" clId="Web-{AC1C9F66-A1D7-800D-E7FA-6164C90CEED9}" dt="2026-07-23T21:48:47.590" v="103"/>
          <ac:spMkLst>
            <pc:docMk/>
            <pc:sldMk cId="1841931575" sldId="352"/>
            <ac:spMk id="23" creationId="{7BDDD370-7E34-90D8-E4E2-7D54A2E826F4}"/>
          </ac:spMkLst>
        </pc:spChg>
      </pc:sldChg>
      <pc:sldChg chg="modSp">
        <pc:chgData name="Caroline Garay" userId="S::caroline.garay@ibm.com::afc0e84e-2e05-4c3f-b843-ef9b5da41c95" providerId="AD" clId="Web-{AC1C9F66-A1D7-800D-E7FA-6164C90CEED9}" dt="2026-07-23T21:50:29.875" v="112" actId="20577"/>
        <pc:sldMkLst>
          <pc:docMk/>
          <pc:sldMk cId="1130022085" sldId="353"/>
        </pc:sldMkLst>
        <pc:spChg chg="mod">
          <ac:chgData name="Caroline Garay" userId="S::caroline.garay@ibm.com::afc0e84e-2e05-4c3f-b843-ef9b5da41c95" providerId="AD" clId="Web-{AC1C9F66-A1D7-800D-E7FA-6164C90CEED9}" dt="2026-07-23T21:50:29.875" v="112" actId="20577"/>
          <ac:spMkLst>
            <pc:docMk/>
            <pc:sldMk cId="1130022085" sldId="353"/>
            <ac:spMk id="7" creationId="{4AFC7B49-1182-EED4-246B-72757AEDE2C4}"/>
          </ac:spMkLst>
        </pc:spChg>
        <pc:spChg chg="mod">
          <ac:chgData name="Caroline Garay" userId="S::caroline.garay@ibm.com::afc0e84e-2e05-4c3f-b843-ef9b5da41c95" providerId="AD" clId="Web-{AC1C9F66-A1D7-800D-E7FA-6164C90CEED9}" dt="2026-07-23T21:47:57.026" v="92" actId="20577"/>
          <ac:spMkLst>
            <pc:docMk/>
            <pc:sldMk cId="1130022085" sldId="353"/>
            <ac:spMk id="19" creationId="{B84F45D3-2859-97E2-64A0-A8016D7E3E6F}"/>
          </ac:spMkLst>
        </pc:spChg>
        <pc:spChg chg="mod">
          <ac:chgData name="Caroline Garay" userId="S::caroline.garay@ibm.com::afc0e84e-2e05-4c3f-b843-ef9b5da41c95" providerId="AD" clId="Web-{AC1C9F66-A1D7-800D-E7FA-6164C90CEED9}" dt="2026-07-23T21:48:53.247" v="104"/>
          <ac:spMkLst>
            <pc:docMk/>
            <pc:sldMk cId="1130022085" sldId="353"/>
            <ac:spMk id="23" creationId="{C8A62386-E715-9827-8F67-4E02994C5E1F}"/>
          </ac:spMkLst>
        </pc:spChg>
      </pc:sldChg>
    </pc:docChg>
  </pc:docChgLst>
  <pc:docChgLst>
    <pc:chgData name="Diana Toma" userId="S::diana.toma@ibm.com::3643de41-76f7-40a5-9846-bea314a009a7" providerId="AD" clId="Web-{2BAE18E0-4555-DEFB-9A10-377948FDC99C}"/>
    <pc:docChg chg="modSld">
      <pc:chgData name="Diana Toma" userId="S::diana.toma@ibm.com::3643de41-76f7-40a5-9846-bea314a009a7" providerId="AD" clId="Web-{2BAE18E0-4555-DEFB-9A10-377948FDC99C}" dt="2026-07-27T17:20:35.927" v="1" actId="20577"/>
      <pc:docMkLst>
        <pc:docMk/>
      </pc:docMkLst>
      <pc:sldChg chg="modSp">
        <pc:chgData name="Diana Toma" userId="S::diana.toma@ibm.com::3643de41-76f7-40a5-9846-bea314a009a7" providerId="AD" clId="Web-{2BAE18E0-4555-DEFB-9A10-377948FDC99C}" dt="2026-07-27T17:20:35.927" v="1" actId="20577"/>
        <pc:sldMkLst>
          <pc:docMk/>
          <pc:sldMk cId="1695811504" sldId="350"/>
        </pc:sldMkLst>
        <pc:spChg chg="mod">
          <ac:chgData name="Diana Toma" userId="S::diana.toma@ibm.com::3643de41-76f7-40a5-9846-bea314a009a7" providerId="AD" clId="Web-{2BAE18E0-4555-DEFB-9A10-377948FDC99C}" dt="2026-07-27T17:20:35.927" v="1" actId="20577"/>
          <ac:spMkLst>
            <pc:docMk/>
            <pc:sldMk cId="1695811504" sldId="350"/>
            <ac:spMk id="19" creationId="{B962C7FB-5D54-40E4-0A66-803C4DCC0F99}"/>
          </ac:spMkLst>
        </pc:spChg>
      </pc:sldChg>
    </pc:docChg>
  </pc:docChgLst>
  <pc:docChgLst>
    <pc:chgData name="Anita Ranjan" userId="S::anita.ranjan7@ibm.com::98ed435f-db7e-4fd5-b211-dca79c3f838e" providerId="AD" clId="Web-{77AFAB6F-50B5-17A6-803B-C40C35292C8E}"/>
    <pc:docChg chg="sldOrd">
      <pc:chgData name="Anita Ranjan" userId="S::anita.ranjan7@ibm.com::98ed435f-db7e-4fd5-b211-dca79c3f838e" providerId="AD" clId="Web-{77AFAB6F-50B5-17A6-803B-C40C35292C8E}" dt="2026-07-28T06:29:27.385" v="0"/>
      <pc:docMkLst>
        <pc:docMk/>
      </pc:docMkLst>
      <pc:sldChg chg="ord">
        <pc:chgData name="Anita Ranjan" userId="S::anita.ranjan7@ibm.com::98ed435f-db7e-4fd5-b211-dca79c3f838e" providerId="AD" clId="Web-{77AFAB6F-50B5-17A6-803B-C40C35292C8E}" dt="2026-07-28T06:29:27.385" v="0"/>
        <pc:sldMkLst>
          <pc:docMk/>
          <pc:sldMk cId="1695811504" sldId="350"/>
        </pc:sldMkLst>
      </pc:sldChg>
    </pc:docChg>
  </pc:docChgLst>
  <pc:docChgLst>
    <pc:chgData name="Caroline Garay" userId="S::caroline.garay@ibm.com::afc0e84e-2e05-4c3f-b843-ef9b5da41c95" providerId="AD" clId="Web-{5CDB00AC-FAF2-F45E-CCA1-FFE26D6AD081}"/>
    <pc:docChg chg="modSld">
      <pc:chgData name="Caroline Garay" userId="S::caroline.garay@ibm.com::afc0e84e-2e05-4c3f-b843-ef9b5da41c95" providerId="AD" clId="Web-{5CDB00AC-FAF2-F45E-CCA1-FFE26D6AD081}" dt="2026-07-24T17:09:08.500" v="22" actId="20577"/>
      <pc:docMkLst>
        <pc:docMk/>
      </pc:docMkLst>
      <pc:sldChg chg="delSp modSp">
        <pc:chgData name="Caroline Garay" userId="S::caroline.garay@ibm.com::afc0e84e-2e05-4c3f-b843-ef9b5da41c95" providerId="AD" clId="Web-{5CDB00AC-FAF2-F45E-CCA1-FFE26D6AD081}" dt="2026-07-24T17:09:08.500" v="22" actId="20577"/>
        <pc:sldMkLst>
          <pc:docMk/>
          <pc:sldMk cId="1841931575" sldId="352"/>
        </pc:sldMkLst>
        <pc:spChg chg="mod">
          <ac:chgData name="Caroline Garay" userId="S::caroline.garay@ibm.com::afc0e84e-2e05-4c3f-b843-ef9b5da41c95" providerId="AD" clId="Web-{5CDB00AC-FAF2-F45E-CCA1-FFE26D6AD081}" dt="2026-07-24T17:09:08.500" v="22" actId="20577"/>
          <ac:spMkLst>
            <pc:docMk/>
            <pc:sldMk cId="1841931575" sldId="352"/>
            <ac:spMk id="19" creationId="{B254463F-27CF-2A36-0218-3A539EADE728}"/>
          </ac:spMkLst>
        </pc:spChg>
      </pc:sldChg>
    </pc:docChg>
  </pc:docChgLst>
  <pc:docChgLst>
    <pc:chgData name="Tarun Reddy Mabbu" userId="2ff8f8e3-15e0-4727-a811-c9091bc1495e" providerId="ADAL" clId="{7E0F05B4-4914-573A-BD5E-250DA10F57B4}"/>
    <pc:docChg chg="undo custSel modSld">
      <pc:chgData name="Tarun Reddy Mabbu" userId="2ff8f8e3-15e0-4727-a811-c9091bc1495e" providerId="ADAL" clId="{7E0F05B4-4914-573A-BD5E-250DA10F57B4}" dt="2026-07-27T13:04:36.111" v="11" actId="20577"/>
      <pc:docMkLst>
        <pc:docMk/>
      </pc:docMkLst>
      <pc:sldChg chg="addSp modSp mod">
        <pc:chgData name="Tarun Reddy Mabbu" userId="2ff8f8e3-15e0-4727-a811-c9091bc1495e" providerId="ADAL" clId="{7E0F05B4-4914-573A-BD5E-250DA10F57B4}" dt="2026-07-24T14:08:59.605" v="7" actId="1076"/>
        <pc:sldMkLst>
          <pc:docMk/>
          <pc:sldMk cId="0" sldId="256"/>
        </pc:sldMkLst>
        <pc:spChg chg="add mod">
          <ac:chgData name="Tarun Reddy Mabbu" userId="2ff8f8e3-15e0-4727-a811-c9091bc1495e" providerId="ADAL" clId="{7E0F05B4-4914-573A-BD5E-250DA10F57B4}" dt="2026-07-24T14:08:59.605" v="7" actId="1076"/>
          <ac:spMkLst>
            <pc:docMk/>
            <pc:sldMk cId="0" sldId="256"/>
            <ac:spMk id="26" creationId="{F419442E-D795-62CC-BA03-1D6FB2CE22B6}"/>
          </ac:spMkLst>
        </pc:spChg>
        <pc:spChg chg="add mod">
          <ac:chgData name="Tarun Reddy Mabbu" userId="2ff8f8e3-15e0-4727-a811-c9091bc1495e" providerId="ADAL" clId="{7E0F05B4-4914-573A-BD5E-250DA10F57B4}" dt="2026-07-24T14:08:56.779" v="6" actId="1076"/>
          <ac:spMkLst>
            <pc:docMk/>
            <pc:sldMk cId="0" sldId="256"/>
            <ac:spMk id="30" creationId="{13821E06-FB07-7D02-92E1-8591FFCBB143}"/>
          </ac:spMkLst>
        </pc:spChg>
      </pc:sldChg>
      <pc:sldChg chg="addSp modSp">
        <pc:chgData name="Tarun Reddy Mabbu" userId="2ff8f8e3-15e0-4727-a811-c9091bc1495e" providerId="ADAL" clId="{7E0F05B4-4914-573A-BD5E-250DA10F57B4}" dt="2026-07-24T14:09:03.296" v="8"/>
        <pc:sldMkLst>
          <pc:docMk/>
          <pc:sldMk cId="1695811504" sldId="350"/>
        </pc:sldMkLst>
        <pc:spChg chg="add mod">
          <ac:chgData name="Tarun Reddy Mabbu" userId="2ff8f8e3-15e0-4727-a811-c9091bc1495e" providerId="ADAL" clId="{7E0F05B4-4914-573A-BD5E-250DA10F57B4}" dt="2026-07-24T14:09:03.296" v="8"/>
          <ac:spMkLst>
            <pc:docMk/>
            <pc:sldMk cId="1695811504" sldId="350"/>
            <ac:spMk id="26" creationId="{BD9CFADB-B326-CFF0-2AF3-4CD44CA5C238}"/>
          </ac:spMkLst>
        </pc:spChg>
        <pc:spChg chg="add mod">
          <ac:chgData name="Tarun Reddy Mabbu" userId="2ff8f8e3-15e0-4727-a811-c9091bc1495e" providerId="ADAL" clId="{7E0F05B4-4914-573A-BD5E-250DA10F57B4}" dt="2026-07-24T14:09:03.296" v="8"/>
          <ac:spMkLst>
            <pc:docMk/>
            <pc:sldMk cId="1695811504" sldId="350"/>
            <ac:spMk id="30" creationId="{C081244F-BCA7-2D68-FD38-85844A2E118E}"/>
          </ac:spMkLst>
        </pc:spChg>
      </pc:sldChg>
      <pc:sldChg chg="addSp modSp mod">
        <pc:chgData name="Tarun Reddy Mabbu" userId="2ff8f8e3-15e0-4727-a811-c9091bc1495e" providerId="ADAL" clId="{7E0F05B4-4914-573A-BD5E-250DA10F57B4}" dt="2026-07-27T13:04:36.111" v="11" actId="20577"/>
        <pc:sldMkLst>
          <pc:docMk/>
          <pc:sldMk cId="1841931575" sldId="352"/>
        </pc:sldMkLst>
        <pc:spChg chg="mod">
          <ac:chgData name="Tarun Reddy Mabbu" userId="2ff8f8e3-15e0-4727-a811-c9091bc1495e" providerId="ADAL" clId="{7E0F05B4-4914-573A-BD5E-250DA10F57B4}" dt="2026-07-27T13:04:36.111" v="11" actId="20577"/>
          <ac:spMkLst>
            <pc:docMk/>
            <pc:sldMk cId="1841931575" sldId="352"/>
            <ac:spMk id="23" creationId="{7BDDD370-7E34-90D8-E4E2-7D54A2E826F4}"/>
          </ac:spMkLst>
        </pc:spChg>
        <pc:spChg chg="add mod">
          <ac:chgData name="Tarun Reddy Mabbu" userId="2ff8f8e3-15e0-4727-a811-c9091bc1495e" providerId="ADAL" clId="{7E0F05B4-4914-573A-BD5E-250DA10F57B4}" dt="2026-07-24T14:09:04.353" v="9"/>
          <ac:spMkLst>
            <pc:docMk/>
            <pc:sldMk cId="1841931575" sldId="352"/>
            <ac:spMk id="30" creationId="{710BAD81-92D0-86B7-7455-CB58B9B8E283}"/>
          </ac:spMkLst>
        </pc:spChg>
        <pc:spChg chg="add mod">
          <ac:chgData name="Tarun Reddy Mabbu" userId="2ff8f8e3-15e0-4727-a811-c9091bc1495e" providerId="ADAL" clId="{7E0F05B4-4914-573A-BD5E-250DA10F57B4}" dt="2026-07-24T14:09:04.353" v="9"/>
          <ac:spMkLst>
            <pc:docMk/>
            <pc:sldMk cId="1841931575" sldId="352"/>
            <ac:spMk id="31" creationId="{E1F5EFB5-95B0-B6C5-46C9-27C578408BCE}"/>
          </ac:spMkLst>
        </pc:spChg>
      </pc:sldChg>
      <pc:sldChg chg="addSp modSp">
        <pc:chgData name="Tarun Reddy Mabbu" userId="2ff8f8e3-15e0-4727-a811-c9091bc1495e" providerId="ADAL" clId="{7E0F05B4-4914-573A-BD5E-250DA10F57B4}" dt="2026-07-24T14:09:05.223" v="10"/>
        <pc:sldMkLst>
          <pc:docMk/>
          <pc:sldMk cId="1130022085" sldId="353"/>
        </pc:sldMkLst>
        <pc:spChg chg="add mod">
          <ac:chgData name="Tarun Reddy Mabbu" userId="2ff8f8e3-15e0-4727-a811-c9091bc1495e" providerId="ADAL" clId="{7E0F05B4-4914-573A-BD5E-250DA10F57B4}" dt="2026-07-24T14:09:05.223" v="10"/>
          <ac:spMkLst>
            <pc:docMk/>
            <pc:sldMk cId="1130022085" sldId="353"/>
            <ac:spMk id="26" creationId="{18556B9A-578A-1870-ACCE-F7338F81FA54}"/>
          </ac:spMkLst>
        </pc:spChg>
        <pc:spChg chg="add mod">
          <ac:chgData name="Tarun Reddy Mabbu" userId="2ff8f8e3-15e0-4727-a811-c9091bc1495e" providerId="ADAL" clId="{7E0F05B4-4914-573A-BD5E-250DA10F57B4}" dt="2026-07-24T14:09:05.223" v="10"/>
          <ac:spMkLst>
            <pc:docMk/>
            <pc:sldMk cId="1130022085" sldId="353"/>
            <ac:spMk id="30" creationId="{D477D4D7-49D0-7F11-A815-1100711DA354}"/>
          </ac:spMkLst>
        </pc:spChg>
      </pc:sldChg>
    </pc:docChg>
  </pc:docChgLst>
  <pc:docChgLst>
    <pc:chgData name="Anita Ranjan" userId="98ed435f-db7e-4fd5-b211-dca79c3f838e" providerId="ADAL" clId="{8025C3CA-352F-4971-9EAE-1FB82AE2C79F}"/>
    <pc:docChg chg="undo custSel addSld delSld modSld sldOrd delMainMaster modMainMaster modSection">
      <pc:chgData name="Anita Ranjan" userId="98ed435f-db7e-4fd5-b211-dca79c3f838e" providerId="ADAL" clId="{8025C3CA-352F-4971-9EAE-1FB82AE2C79F}" dt="2026-07-24T07:05:52.397" v="1043" actId="20577"/>
      <pc:docMkLst>
        <pc:docMk/>
      </pc:docMkLst>
      <pc:sldChg chg="addSp delSp modSp add del mod setBg">
        <pc:chgData name="Anita Ranjan" userId="98ed435f-db7e-4fd5-b211-dca79c3f838e" providerId="ADAL" clId="{8025C3CA-352F-4971-9EAE-1FB82AE2C79F}" dt="2026-07-17T12:01:10.950" v="700" actId="113"/>
        <pc:sldMkLst>
          <pc:docMk/>
          <pc:sldMk cId="0" sldId="256"/>
        </pc:sldMkLst>
        <pc:spChg chg="mod">
          <ac:chgData name="Anita Ranjan" userId="98ed435f-db7e-4fd5-b211-dca79c3f838e" providerId="ADAL" clId="{8025C3CA-352F-4971-9EAE-1FB82AE2C79F}" dt="2026-07-17T10:54:34.826" v="488" actId="2711"/>
          <ac:spMkLst>
            <pc:docMk/>
            <pc:sldMk cId="0" sldId="256"/>
            <ac:spMk id="2" creationId="{00000000-0000-0000-0000-000000000000}"/>
          </ac:spMkLst>
        </pc:spChg>
        <pc:spChg chg="mod">
          <ac:chgData name="Anita Ranjan" userId="98ed435f-db7e-4fd5-b211-dca79c3f838e" providerId="ADAL" clId="{8025C3CA-352F-4971-9EAE-1FB82AE2C79F}" dt="2026-07-17T10:54:34.826" v="488" actId="2711"/>
          <ac:spMkLst>
            <pc:docMk/>
            <pc:sldMk cId="0" sldId="256"/>
            <ac:spMk id="3" creationId="{00000000-0000-0000-0000-000000000000}"/>
          </ac:spMkLst>
        </pc:spChg>
        <pc:spChg chg="mod">
          <ac:chgData name="Anita Ranjan" userId="98ed435f-db7e-4fd5-b211-dca79c3f838e" providerId="ADAL" clId="{8025C3CA-352F-4971-9EAE-1FB82AE2C79F}" dt="2026-07-17T10:59:49.901" v="558" actId="255"/>
          <ac:spMkLst>
            <pc:docMk/>
            <pc:sldMk cId="0" sldId="256"/>
            <ac:spMk id="4" creationId="{00000000-0000-0000-0000-000000000000}"/>
          </ac:spMkLst>
        </pc:spChg>
        <pc:spChg chg="mod">
          <ac:chgData name="Anita Ranjan" userId="98ed435f-db7e-4fd5-b211-dca79c3f838e" providerId="ADAL" clId="{8025C3CA-352F-4971-9EAE-1FB82AE2C79F}" dt="2026-07-17T10:54:34.826" v="488" actId="2711"/>
          <ac:spMkLst>
            <pc:docMk/>
            <pc:sldMk cId="0" sldId="256"/>
            <ac:spMk id="5" creationId="{00000000-0000-0000-0000-000000000000}"/>
          </ac:spMkLst>
        </pc:spChg>
        <pc:spChg chg="mod">
          <ac:chgData name="Anita Ranjan" userId="98ed435f-db7e-4fd5-b211-dca79c3f838e" providerId="ADAL" clId="{8025C3CA-352F-4971-9EAE-1FB82AE2C79F}" dt="2026-07-17T10:57:07.478" v="543" actId="403"/>
          <ac:spMkLst>
            <pc:docMk/>
            <pc:sldMk cId="0" sldId="256"/>
            <ac:spMk id="6" creationId="{00000000-0000-0000-0000-000000000000}"/>
          </ac:spMkLst>
        </pc:spChg>
        <pc:spChg chg="mod">
          <ac:chgData name="Anita Ranjan" userId="98ed435f-db7e-4fd5-b211-dca79c3f838e" providerId="ADAL" clId="{8025C3CA-352F-4971-9EAE-1FB82AE2C79F}" dt="2026-07-17T10:57:01.079" v="540" actId="27636"/>
          <ac:spMkLst>
            <pc:docMk/>
            <pc:sldMk cId="0" sldId="256"/>
            <ac:spMk id="7" creationId="{00000000-0000-0000-0000-000000000000}"/>
          </ac:spMkLst>
        </pc:spChg>
        <pc:spChg chg="mod">
          <ac:chgData name="Anita Ranjan" userId="98ed435f-db7e-4fd5-b211-dca79c3f838e" providerId="ADAL" clId="{8025C3CA-352F-4971-9EAE-1FB82AE2C79F}" dt="2026-07-17T10:54:34.826" v="488" actId="2711"/>
          <ac:spMkLst>
            <pc:docMk/>
            <pc:sldMk cId="0" sldId="256"/>
            <ac:spMk id="8" creationId="{00000000-0000-0000-0000-000000000000}"/>
          </ac:spMkLst>
        </pc:spChg>
        <pc:spChg chg="mod">
          <ac:chgData name="Anita Ranjan" userId="98ed435f-db7e-4fd5-b211-dca79c3f838e" providerId="ADAL" clId="{8025C3CA-352F-4971-9EAE-1FB82AE2C79F}" dt="2026-07-17T10:56:54.693" v="535" actId="113"/>
          <ac:spMkLst>
            <pc:docMk/>
            <pc:sldMk cId="0" sldId="256"/>
            <ac:spMk id="9" creationId="{00000000-0000-0000-0000-000000000000}"/>
          </ac:spMkLst>
        </pc:spChg>
        <pc:spChg chg="mod">
          <ac:chgData name="Anita Ranjan" userId="98ed435f-db7e-4fd5-b211-dca79c3f838e" providerId="ADAL" clId="{8025C3CA-352F-4971-9EAE-1FB82AE2C79F}" dt="2026-07-17T10:54:34.826" v="488" actId="2711"/>
          <ac:spMkLst>
            <pc:docMk/>
            <pc:sldMk cId="0" sldId="256"/>
            <ac:spMk id="10" creationId="{00000000-0000-0000-0000-000000000000}"/>
          </ac:spMkLst>
        </pc:spChg>
        <pc:spChg chg="mod">
          <ac:chgData name="Anita Ranjan" userId="98ed435f-db7e-4fd5-b211-dca79c3f838e" providerId="ADAL" clId="{8025C3CA-352F-4971-9EAE-1FB82AE2C79F}" dt="2026-07-17T11:59:59.674" v="694" actId="20577"/>
          <ac:spMkLst>
            <pc:docMk/>
            <pc:sldMk cId="0" sldId="256"/>
            <ac:spMk id="11" creationId="{00000000-0000-0000-0000-000000000000}"/>
          </ac:spMkLst>
        </pc:spChg>
        <pc:spChg chg="mod">
          <ac:chgData name="Anita Ranjan" userId="98ed435f-db7e-4fd5-b211-dca79c3f838e" providerId="ADAL" clId="{8025C3CA-352F-4971-9EAE-1FB82AE2C79F}" dt="2026-07-17T10:54:34.826" v="488" actId="2711"/>
          <ac:spMkLst>
            <pc:docMk/>
            <pc:sldMk cId="0" sldId="256"/>
            <ac:spMk id="12" creationId="{00000000-0000-0000-0000-000000000000}"/>
          </ac:spMkLst>
        </pc:spChg>
        <pc:spChg chg="mod">
          <ac:chgData name="Anita Ranjan" userId="98ed435f-db7e-4fd5-b211-dca79c3f838e" providerId="ADAL" clId="{8025C3CA-352F-4971-9EAE-1FB82AE2C79F}" dt="2026-07-17T10:56:51.312" v="534" actId="113"/>
          <ac:spMkLst>
            <pc:docMk/>
            <pc:sldMk cId="0" sldId="256"/>
            <ac:spMk id="13" creationId="{00000000-0000-0000-0000-000000000000}"/>
          </ac:spMkLst>
        </pc:spChg>
        <pc:spChg chg="mod">
          <ac:chgData name="Anita Ranjan" userId="98ed435f-db7e-4fd5-b211-dca79c3f838e" providerId="ADAL" clId="{8025C3CA-352F-4971-9EAE-1FB82AE2C79F}" dt="2026-07-17T12:01:10.950" v="700" actId="113"/>
          <ac:spMkLst>
            <pc:docMk/>
            <pc:sldMk cId="0" sldId="256"/>
            <ac:spMk id="15" creationId="{00000000-0000-0000-0000-000000000000}"/>
          </ac:spMkLst>
        </pc:spChg>
        <pc:spChg chg="mod">
          <ac:chgData name="Anita Ranjan" userId="98ed435f-db7e-4fd5-b211-dca79c3f838e" providerId="ADAL" clId="{8025C3CA-352F-4971-9EAE-1FB82AE2C79F}" dt="2026-07-17T10:56:48.364" v="533" actId="113"/>
          <ac:spMkLst>
            <pc:docMk/>
            <pc:sldMk cId="0" sldId="256"/>
            <ac:spMk id="17" creationId="{00000000-0000-0000-0000-000000000000}"/>
          </ac:spMkLst>
        </pc:spChg>
        <pc:spChg chg="mod">
          <ac:chgData name="Anita Ranjan" userId="98ed435f-db7e-4fd5-b211-dca79c3f838e" providerId="ADAL" clId="{8025C3CA-352F-4971-9EAE-1FB82AE2C79F}" dt="2026-07-17T10:56:36.693" v="529" actId="113"/>
          <ac:spMkLst>
            <pc:docMk/>
            <pc:sldMk cId="0" sldId="256"/>
            <ac:spMk id="19" creationId="{00000000-0000-0000-0000-000000000000}"/>
          </ac:spMkLst>
        </pc:spChg>
        <pc:spChg chg="mod">
          <ac:chgData name="Anita Ranjan" userId="98ed435f-db7e-4fd5-b211-dca79c3f838e" providerId="ADAL" clId="{8025C3CA-352F-4971-9EAE-1FB82AE2C79F}" dt="2026-07-17T10:54:34.826" v="488" actId="2711"/>
          <ac:spMkLst>
            <pc:docMk/>
            <pc:sldMk cId="0" sldId="256"/>
            <ac:spMk id="22" creationId="{00000000-0000-0000-0000-000000000000}"/>
          </ac:spMkLst>
        </pc:spChg>
        <pc:spChg chg="del mod">
          <ac:chgData name="Anita Ranjan" userId="98ed435f-db7e-4fd5-b211-dca79c3f838e" providerId="ADAL" clId="{8025C3CA-352F-4971-9EAE-1FB82AE2C79F}" dt="2026-07-17T10:57:57.813" v="550" actId="114"/>
          <ac:spMkLst>
            <pc:docMk/>
            <pc:sldMk cId="0" sldId="256"/>
            <ac:spMk id="23" creationId="{00000000-0000-0000-0000-000000000000}"/>
          </ac:spMkLst>
        </pc:spChg>
      </pc:sldChg>
      <pc:sldChg chg="modSp add mod ord">
        <pc:chgData name="Anita Ranjan" userId="98ed435f-db7e-4fd5-b211-dca79c3f838e" providerId="ADAL" clId="{8025C3CA-352F-4971-9EAE-1FB82AE2C79F}" dt="2026-07-17T12:03:54.309" v="704" actId="14100"/>
        <pc:sldMkLst>
          <pc:docMk/>
          <pc:sldMk cId="499730115" sldId="346"/>
        </pc:sldMkLst>
        <pc:spChg chg="mod">
          <ac:chgData name="Anita Ranjan" userId="98ed435f-db7e-4fd5-b211-dca79c3f838e" providerId="ADAL" clId="{8025C3CA-352F-4971-9EAE-1FB82AE2C79F}" dt="2026-07-17T10:07:13.995" v="321" actId="404"/>
          <ac:spMkLst>
            <pc:docMk/>
            <pc:sldMk cId="499730115" sldId="346"/>
            <ac:spMk id="34" creationId="{7E3F5BE7-0217-BBD5-BC35-DC6289D24E78}"/>
          </ac:spMkLst>
        </pc:spChg>
        <pc:spChg chg="mod">
          <ac:chgData name="Anita Ranjan" userId="98ed435f-db7e-4fd5-b211-dca79c3f838e" providerId="ADAL" clId="{8025C3CA-352F-4971-9EAE-1FB82AE2C79F}" dt="2026-07-17T10:15:32.618" v="356" actId="113"/>
          <ac:spMkLst>
            <pc:docMk/>
            <pc:sldMk cId="499730115" sldId="346"/>
            <ac:spMk id="64" creationId="{1F7FEF30-F8FE-2338-B093-2DD5BB2B4F8D}"/>
          </ac:spMkLst>
        </pc:spChg>
        <pc:spChg chg="mod">
          <ac:chgData name="Anita Ranjan" userId="98ed435f-db7e-4fd5-b211-dca79c3f838e" providerId="ADAL" clId="{8025C3CA-352F-4971-9EAE-1FB82AE2C79F}" dt="2026-07-17T11:31:08.731" v="561" actId="14100"/>
          <ac:spMkLst>
            <pc:docMk/>
            <pc:sldMk cId="499730115" sldId="346"/>
            <ac:spMk id="67" creationId="{B46F6CDA-0BED-4C9B-8FD8-B656873E50A2}"/>
          </ac:spMkLst>
        </pc:spChg>
        <pc:spChg chg="mod">
          <ac:chgData name="Anita Ranjan" userId="98ed435f-db7e-4fd5-b211-dca79c3f838e" providerId="ADAL" clId="{8025C3CA-352F-4971-9EAE-1FB82AE2C79F}" dt="2026-07-17T10:09:28.529" v="335" actId="403"/>
          <ac:spMkLst>
            <pc:docMk/>
            <pc:sldMk cId="499730115" sldId="346"/>
            <ac:spMk id="68" creationId="{3ECB09C7-BDE5-7A54-A983-7240DC4D682D}"/>
          </ac:spMkLst>
        </pc:spChg>
        <pc:spChg chg="mod">
          <ac:chgData name="Anita Ranjan" userId="98ed435f-db7e-4fd5-b211-dca79c3f838e" providerId="ADAL" clId="{8025C3CA-352F-4971-9EAE-1FB82AE2C79F}" dt="2026-07-17T10:06:47.396" v="312" actId="404"/>
          <ac:spMkLst>
            <pc:docMk/>
            <pc:sldMk cId="499730115" sldId="346"/>
            <ac:spMk id="70" creationId="{73B9AC33-2133-5032-0935-76541331B427}"/>
          </ac:spMkLst>
        </pc:spChg>
        <pc:spChg chg="mod">
          <ac:chgData name="Anita Ranjan" userId="98ed435f-db7e-4fd5-b211-dca79c3f838e" providerId="ADAL" clId="{8025C3CA-352F-4971-9EAE-1FB82AE2C79F}" dt="2026-07-17T10:09:14.728" v="331" actId="403"/>
          <ac:spMkLst>
            <pc:docMk/>
            <pc:sldMk cId="499730115" sldId="346"/>
            <ac:spMk id="71" creationId="{95000A3A-69D9-71DE-83CC-FFD91EF6824B}"/>
          </ac:spMkLst>
        </pc:spChg>
        <pc:spChg chg="mod">
          <ac:chgData name="Anita Ranjan" userId="98ed435f-db7e-4fd5-b211-dca79c3f838e" providerId="ADAL" clId="{8025C3CA-352F-4971-9EAE-1FB82AE2C79F}" dt="2026-07-17T10:06:50.893" v="314" actId="404"/>
          <ac:spMkLst>
            <pc:docMk/>
            <pc:sldMk cId="499730115" sldId="346"/>
            <ac:spMk id="73" creationId="{94EE842B-5A17-23F7-FAC9-1806C6265126}"/>
          </ac:spMkLst>
        </pc:spChg>
        <pc:spChg chg="mod">
          <ac:chgData name="Anita Ranjan" userId="98ed435f-db7e-4fd5-b211-dca79c3f838e" providerId="ADAL" clId="{8025C3CA-352F-4971-9EAE-1FB82AE2C79F}" dt="2026-07-17T10:09:17.985" v="332" actId="403"/>
          <ac:spMkLst>
            <pc:docMk/>
            <pc:sldMk cId="499730115" sldId="346"/>
            <ac:spMk id="74" creationId="{C8F25D30-EB05-0F72-0C19-A19B65E19B65}"/>
          </ac:spMkLst>
        </pc:spChg>
        <pc:spChg chg="mod">
          <ac:chgData name="Anita Ranjan" userId="98ed435f-db7e-4fd5-b211-dca79c3f838e" providerId="ADAL" clId="{8025C3CA-352F-4971-9EAE-1FB82AE2C79F}" dt="2026-07-17T12:03:54.309" v="704" actId="14100"/>
          <ac:spMkLst>
            <pc:docMk/>
            <pc:sldMk cId="499730115" sldId="346"/>
            <ac:spMk id="75" creationId="{42C1042D-2954-F519-5D6A-732BEF4E3CA3}"/>
          </ac:spMkLst>
        </pc:spChg>
        <pc:spChg chg="mod">
          <ac:chgData name="Anita Ranjan" userId="98ed435f-db7e-4fd5-b211-dca79c3f838e" providerId="ADAL" clId="{8025C3CA-352F-4971-9EAE-1FB82AE2C79F}" dt="2026-07-17T10:06:54.167" v="316" actId="404"/>
          <ac:spMkLst>
            <pc:docMk/>
            <pc:sldMk cId="499730115" sldId="346"/>
            <ac:spMk id="76" creationId="{BC83AD24-0C8A-E2DD-D659-8320089E7BA3}"/>
          </ac:spMkLst>
        </pc:spChg>
        <pc:spChg chg="mod">
          <ac:chgData name="Anita Ranjan" userId="98ed435f-db7e-4fd5-b211-dca79c3f838e" providerId="ADAL" clId="{8025C3CA-352F-4971-9EAE-1FB82AE2C79F}" dt="2026-07-17T10:09:21.353" v="333" actId="403"/>
          <ac:spMkLst>
            <pc:docMk/>
            <pc:sldMk cId="499730115" sldId="346"/>
            <ac:spMk id="77" creationId="{87B4B693-5970-4859-E7EF-697195091BFA}"/>
          </ac:spMkLst>
        </pc:spChg>
        <pc:spChg chg="mod">
          <ac:chgData name="Anita Ranjan" userId="98ed435f-db7e-4fd5-b211-dca79c3f838e" providerId="ADAL" clId="{8025C3CA-352F-4971-9EAE-1FB82AE2C79F}" dt="2026-07-17T12:03:47.121" v="703" actId="14100"/>
          <ac:spMkLst>
            <pc:docMk/>
            <pc:sldMk cId="499730115" sldId="346"/>
            <ac:spMk id="78" creationId="{67F8B3C3-CBEB-96B7-68E5-8CB32A0E8472}"/>
          </ac:spMkLst>
        </pc:spChg>
        <pc:spChg chg="mod">
          <ac:chgData name="Anita Ranjan" userId="98ed435f-db7e-4fd5-b211-dca79c3f838e" providerId="ADAL" clId="{8025C3CA-352F-4971-9EAE-1FB82AE2C79F}" dt="2026-07-17T10:06:57.773" v="318" actId="404"/>
          <ac:spMkLst>
            <pc:docMk/>
            <pc:sldMk cId="499730115" sldId="346"/>
            <ac:spMk id="79" creationId="{9178DC02-B2BB-1BB4-17C6-619A8FB707A8}"/>
          </ac:spMkLst>
        </pc:spChg>
        <pc:spChg chg="mod">
          <ac:chgData name="Anita Ranjan" userId="98ed435f-db7e-4fd5-b211-dca79c3f838e" providerId="ADAL" clId="{8025C3CA-352F-4971-9EAE-1FB82AE2C79F}" dt="2026-07-17T10:09:24.108" v="334" actId="403"/>
          <ac:spMkLst>
            <pc:docMk/>
            <pc:sldMk cId="499730115" sldId="346"/>
            <ac:spMk id="80" creationId="{A59D4E0F-A901-C94A-056C-F8A3C0AEA0A2}"/>
          </ac:spMkLst>
        </pc:spChg>
        <pc:spChg chg="mod">
          <ac:chgData name="Anita Ranjan" userId="98ed435f-db7e-4fd5-b211-dca79c3f838e" providerId="ADAL" clId="{8025C3CA-352F-4971-9EAE-1FB82AE2C79F}" dt="2026-07-17T11:43:39.733" v="644" actId="404"/>
          <ac:spMkLst>
            <pc:docMk/>
            <pc:sldMk cId="499730115" sldId="346"/>
            <ac:spMk id="81" creationId="{0E5C3611-E7F1-F7CE-75B1-B6D2889C66A0}"/>
          </ac:spMkLst>
        </pc:spChg>
        <pc:spChg chg="mod">
          <ac:chgData name="Anita Ranjan" userId="98ed435f-db7e-4fd5-b211-dca79c3f838e" providerId="ADAL" clId="{8025C3CA-352F-4971-9EAE-1FB82AE2C79F}" dt="2026-07-17T11:43:27.170" v="642" actId="108"/>
          <ac:spMkLst>
            <pc:docMk/>
            <pc:sldMk cId="499730115" sldId="346"/>
            <ac:spMk id="83" creationId="{EBF3F2BB-454F-075D-E907-A561A84C7383}"/>
          </ac:spMkLst>
        </pc:spChg>
        <pc:spChg chg="mod">
          <ac:chgData name="Anita Ranjan" userId="98ed435f-db7e-4fd5-b211-dca79c3f838e" providerId="ADAL" clId="{8025C3CA-352F-4971-9EAE-1FB82AE2C79F}" dt="2026-07-17T11:36:30.177" v="634" actId="14100"/>
          <ac:spMkLst>
            <pc:docMk/>
            <pc:sldMk cId="499730115" sldId="346"/>
            <ac:spMk id="84" creationId="{2351E53F-B9D0-5E65-062F-995C0207146E}"/>
          </ac:spMkLst>
        </pc:spChg>
      </pc:sldChg>
      <pc:sldChg chg="addSp delSp modSp add mod">
        <pc:chgData name="Anita Ranjan" userId="98ed435f-db7e-4fd5-b211-dca79c3f838e" providerId="ADAL" clId="{8025C3CA-352F-4971-9EAE-1FB82AE2C79F}" dt="2026-07-17T12:56:14.027" v="958" actId="1076"/>
        <pc:sldMkLst>
          <pc:docMk/>
          <pc:sldMk cId="615471936" sldId="347"/>
        </pc:sldMkLst>
        <pc:spChg chg="add mod">
          <ac:chgData name="Anita Ranjan" userId="98ed435f-db7e-4fd5-b211-dca79c3f838e" providerId="ADAL" clId="{8025C3CA-352F-4971-9EAE-1FB82AE2C79F}" dt="2026-07-17T09:51:51.006" v="136" actId="20577"/>
          <ac:spMkLst>
            <pc:docMk/>
            <pc:sldMk cId="615471936" sldId="347"/>
            <ac:spMk id="3" creationId="{78DFDFF8-8A8B-2725-0448-73154A780AE3}"/>
          </ac:spMkLst>
        </pc:spChg>
        <pc:spChg chg="mod">
          <ac:chgData name="Anita Ranjan" userId="98ed435f-db7e-4fd5-b211-dca79c3f838e" providerId="ADAL" clId="{8025C3CA-352F-4971-9EAE-1FB82AE2C79F}" dt="2026-07-17T12:56:14.027" v="958" actId="1076"/>
          <ac:spMkLst>
            <pc:docMk/>
            <pc:sldMk cId="615471936" sldId="347"/>
            <ac:spMk id="8" creationId="{5CB6AA2A-9EA6-F196-9AC0-23F1BD36C069}"/>
          </ac:spMkLst>
        </pc:spChg>
        <pc:spChg chg="add mod">
          <ac:chgData name="Anita Ranjan" userId="98ed435f-db7e-4fd5-b211-dca79c3f838e" providerId="ADAL" clId="{8025C3CA-352F-4971-9EAE-1FB82AE2C79F}" dt="2026-07-17T09:54:07.093" v="150" actId="113"/>
          <ac:spMkLst>
            <pc:docMk/>
            <pc:sldMk cId="615471936" sldId="347"/>
            <ac:spMk id="15" creationId="{33566C65-B21D-56A5-674B-F2901C198366}"/>
          </ac:spMkLst>
        </pc:spChg>
        <pc:spChg chg="add mod">
          <ac:chgData name="Anita Ranjan" userId="98ed435f-db7e-4fd5-b211-dca79c3f838e" providerId="ADAL" clId="{8025C3CA-352F-4971-9EAE-1FB82AE2C79F}" dt="2026-07-17T10:10:28.833" v="346" actId="403"/>
          <ac:spMkLst>
            <pc:docMk/>
            <pc:sldMk cId="615471936" sldId="347"/>
            <ac:spMk id="17" creationId="{01DA80A4-3C8E-4556-5EAE-94589EEB875A}"/>
          </ac:spMkLst>
        </pc:spChg>
        <pc:spChg chg="add mod">
          <ac:chgData name="Anita Ranjan" userId="98ed435f-db7e-4fd5-b211-dca79c3f838e" providerId="ADAL" clId="{8025C3CA-352F-4971-9EAE-1FB82AE2C79F}" dt="2026-07-17T10:17:51.997" v="361"/>
          <ac:spMkLst>
            <pc:docMk/>
            <pc:sldMk cId="615471936" sldId="347"/>
            <ac:spMk id="19" creationId="{CA9133EE-3327-54EB-CEFC-6F7DAD94A687}"/>
          </ac:spMkLst>
        </pc:spChg>
        <pc:spChg chg="mod">
          <ac:chgData name="Anita Ranjan" userId="98ed435f-db7e-4fd5-b211-dca79c3f838e" providerId="ADAL" clId="{8025C3CA-352F-4971-9EAE-1FB82AE2C79F}" dt="2026-07-17T09:54:21.205" v="157" actId="404"/>
          <ac:spMkLst>
            <pc:docMk/>
            <pc:sldMk cId="615471936" sldId="347"/>
            <ac:spMk id="21" creationId="{C719D685-353B-860B-DA6F-99060719DAF3}"/>
          </ac:spMkLst>
        </pc:spChg>
        <pc:spChg chg="mod">
          <ac:chgData name="Anita Ranjan" userId="98ed435f-db7e-4fd5-b211-dca79c3f838e" providerId="ADAL" clId="{8025C3CA-352F-4971-9EAE-1FB82AE2C79F}" dt="2026-07-17T10:10:32.867" v="347" actId="108"/>
          <ac:spMkLst>
            <pc:docMk/>
            <pc:sldMk cId="615471936" sldId="347"/>
            <ac:spMk id="25" creationId="{9AFAA244-88C4-22C0-7D60-3BD5686BAEDB}"/>
          </ac:spMkLst>
        </pc:spChg>
        <pc:spChg chg="add mod">
          <ac:chgData name="Anita Ranjan" userId="98ed435f-db7e-4fd5-b211-dca79c3f838e" providerId="ADAL" clId="{8025C3CA-352F-4971-9EAE-1FB82AE2C79F}" dt="2026-07-17T09:59:01.654" v="221" actId="20577"/>
          <ac:spMkLst>
            <pc:docMk/>
            <pc:sldMk cId="615471936" sldId="347"/>
            <ac:spMk id="27" creationId="{C1BD08BB-2763-423E-5996-3C4F2680AD55}"/>
          </ac:spMkLst>
        </pc:spChg>
        <pc:spChg chg="mod">
          <ac:chgData name="Anita Ranjan" userId="98ed435f-db7e-4fd5-b211-dca79c3f838e" providerId="ADAL" clId="{8025C3CA-352F-4971-9EAE-1FB82AE2C79F}" dt="2026-07-17T09:54:28.460" v="162" actId="403"/>
          <ac:spMkLst>
            <pc:docMk/>
            <pc:sldMk cId="615471936" sldId="347"/>
            <ac:spMk id="29" creationId="{FDDB2922-BB7D-F1D9-6DD3-2467341777F5}"/>
          </ac:spMkLst>
        </pc:spChg>
        <pc:spChg chg="add mod">
          <ac:chgData name="Anita Ranjan" userId="98ed435f-db7e-4fd5-b211-dca79c3f838e" providerId="ADAL" clId="{8025C3CA-352F-4971-9EAE-1FB82AE2C79F}" dt="2026-07-17T10:10:36.037" v="348" actId="108"/>
          <ac:spMkLst>
            <pc:docMk/>
            <pc:sldMk cId="615471936" sldId="347"/>
            <ac:spMk id="30" creationId="{2FE60BB0-61FB-B21B-8A21-5D573B4D979B}"/>
          </ac:spMkLst>
        </pc:spChg>
        <pc:spChg chg="add mod">
          <ac:chgData name="Anita Ranjan" userId="98ed435f-db7e-4fd5-b211-dca79c3f838e" providerId="ADAL" clId="{8025C3CA-352F-4971-9EAE-1FB82AE2C79F}" dt="2026-07-17T10:00:34.869" v="282" actId="20577"/>
          <ac:spMkLst>
            <pc:docMk/>
            <pc:sldMk cId="615471936" sldId="347"/>
            <ac:spMk id="31" creationId="{489D14D8-6C8C-D794-B0D7-3462F2FC893C}"/>
          </ac:spMkLst>
        </pc:spChg>
        <pc:spChg chg="add mod">
          <ac:chgData name="Anita Ranjan" userId="98ed435f-db7e-4fd5-b211-dca79c3f838e" providerId="ADAL" clId="{8025C3CA-352F-4971-9EAE-1FB82AE2C79F}" dt="2026-07-17T09:50:58.140" v="99"/>
          <ac:spMkLst>
            <pc:docMk/>
            <pc:sldMk cId="615471936" sldId="347"/>
            <ac:spMk id="32" creationId="{A1BDD635-8CEF-84F5-C097-130612B6E3CA}"/>
          </ac:spMkLst>
        </pc:spChg>
        <pc:spChg chg="mod">
          <ac:chgData name="Anita Ranjan" userId="98ed435f-db7e-4fd5-b211-dca79c3f838e" providerId="ADAL" clId="{8025C3CA-352F-4971-9EAE-1FB82AE2C79F}" dt="2026-07-17T11:43:21.086" v="641" actId="1035"/>
          <ac:spMkLst>
            <pc:docMk/>
            <pc:sldMk cId="615471936" sldId="347"/>
            <ac:spMk id="33" creationId="{1F890507-7A7D-DF76-585F-CB40C33B3D5A}"/>
          </ac:spMkLst>
        </pc:spChg>
        <pc:spChg chg="add mod">
          <ac:chgData name="Anita Ranjan" userId="98ed435f-db7e-4fd5-b211-dca79c3f838e" providerId="ADAL" clId="{8025C3CA-352F-4971-9EAE-1FB82AE2C79F}" dt="2026-07-17T11:43:11.809" v="638" actId="1076"/>
          <ac:spMkLst>
            <pc:docMk/>
            <pc:sldMk cId="615471936" sldId="347"/>
            <ac:spMk id="35" creationId="{DA431320-ABCA-7A10-2859-C89C90965695}"/>
          </ac:spMkLst>
        </pc:spChg>
        <pc:spChg chg="add mod">
          <ac:chgData name="Anita Ranjan" userId="98ed435f-db7e-4fd5-b211-dca79c3f838e" providerId="ADAL" clId="{8025C3CA-352F-4971-9EAE-1FB82AE2C79F}" dt="2026-07-17T10:07:21.295" v="323" actId="404"/>
          <ac:spMkLst>
            <pc:docMk/>
            <pc:sldMk cId="615471936" sldId="347"/>
            <ac:spMk id="37" creationId="{3DD36E47-0F79-0F3F-E6FF-8566BD75D466}"/>
          </ac:spMkLst>
        </pc:spChg>
      </pc:sldChg>
      <pc:sldChg chg="addSp delSp modSp add mod ord">
        <pc:chgData name="Anita Ranjan" userId="98ed435f-db7e-4fd5-b211-dca79c3f838e" providerId="ADAL" clId="{8025C3CA-352F-4971-9EAE-1FB82AE2C79F}" dt="2026-07-20T07:16:27.452" v="1043" actId="20577"/>
        <pc:sldMkLst>
          <pc:docMk/>
          <pc:sldMk cId="3580148988" sldId="348"/>
        </pc:sldMkLst>
        <pc:spChg chg="mod ord">
          <ac:chgData name="Anita Ranjan" userId="98ed435f-db7e-4fd5-b211-dca79c3f838e" providerId="ADAL" clId="{8025C3CA-352F-4971-9EAE-1FB82AE2C79F}" dt="2026-07-17T10:17:40.040" v="360" actId="166"/>
          <ac:spMkLst>
            <pc:docMk/>
            <pc:sldMk cId="3580148988" sldId="348"/>
            <ac:spMk id="7" creationId="{70F2C8C8-0108-5909-64BC-F8B650E8D3A7}"/>
          </ac:spMkLst>
        </pc:spChg>
        <pc:spChg chg="mod">
          <ac:chgData name="Anita Ranjan" userId="98ed435f-db7e-4fd5-b211-dca79c3f838e" providerId="ADAL" clId="{8025C3CA-352F-4971-9EAE-1FB82AE2C79F}" dt="2026-07-17T10:07:27.669" v="325" actId="404"/>
          <ac:spMkLst>
            <pc:docMk/>
            <pc:sldMk cId="3580148988" sldId="348"/>
            <ac:spMk id="34" creationId="{62B23EF3-C057-4D89-F04B-1E4CA05C73BE}"/>
          </ac:spMkLst>
        </pc:spChg>
        <pc:spChg chg="mod">
          <ac:chgData name="Anita Ranjan" userId="98ed435f-db7e-4fd5-b211-dca79c3f838e" providerId="ADAL" clId="{8025C3CA-352F-4971-9EAE-1FB82AE2C79F}" dt="2026-07-17T11:45:31.438" v="666" actId="20577"/>
          <ac:spMkLst>
            <pc:docMk/>
            <pc:sldMk cId="3580148988" sldId="348"/>
            <ac:spMk id="43" creationId="{57DC9B31-0559-2F88-5DD4-FF1F68B34F0D}"/>
          </ac:spMkLst>
        </pc:spChg>
        <pc:spChg chg="mod">
          <ac:chgData name="Anita Ranjan" userId="98ed435f-db7e-4fd5-b211-dca79c3f838e" providerId="ADAL" clId="{8025C3CA-352F-4971-9EAE-1FB82AE2C79F}" dt="2026-07-20T07:16:27.452" v="1043" actId="20577"/>
          <ac:spMkLst>
            <pc:docMk/>
            <pc:sldMk cId="3580148988" sldId="348"/>
            <ac:spMk id="44" creationId="{8C7A3379-FA55-493E-2257-B206C697A795}"/>
          </ac:spMkLst>
        </pc:spChg>
        <pc:spChg chg="mod">
          <ac:chgData name="Anita Ranjan" userId="98ed435f-db7e-4fd5-b211-dca79c3f838e" providerId="ADAL" clId="{8025C3CA-352F-4971-9EAE-1FB82AE2C79F}" dt="2026-07-17T10:18:34.424" v="368" actId="20577"/>
          <ac:spMkLst>
            <pc:docMk/>
            <pc:sldMk cId="3580148988" sldId="348"/>
            <ac:spMk id="45" creationId="{18CD0F76-78DF-BA2B-8587-05CAD158D7FE}"/>
          </ac:spMkLst>
        </pc:spChg>
      </pc:sldChg>
      <pc:sldChg chg="modSp add mod">
        <pc:chgData name="Anita Ranjan" userId="98ed435f-db7e-4fd5-b211-dca79c3f838e" providerId="ADAL" clId="{8025C3CA-352F-4971-9EAE-1FB82AE2C79F}" dt="2026-07-20T07:02:17.392" v="1033" actId="255"/>
        <pc:sldMkLst>
          <pc:docMk/>
          <pc:sldMk cId="1695811504" sldId="350"/>
        </pc:sldMkLst>
        <pc:spChg chg="mod">
          <ac:chgData name="Anita Ranjan" userId="98ed435f-db7e-4fd5-b211-dca79c3f838e" providerId="ADAL" clId="{8025C3CA-352F-4971-9EAE-1FB82AE2C79F}" dt="2026-07-17T12:27:42.086" v="813"/>
          <ac:spMkLst>
            <pc:docMk/>
            <pc:sldMk cId="1695811504" sldId="350"/>
            <ac:spMk id="4" creationId="{17043D9F-D834-C2D8-C32F-910AAEAEF99A}"/>
          </ac:spMkLst>
        </pc:spChg>
        <pc:spChg chg="mod">
          <ac:chgData name="Anita Ranjan" userId="98ed435f-db7e-4fd5-b211-dca79c3f838e" providerId="ADAL" clId="{8025C3CA-352F-4971-9EAE-1FB82AE2C79F}" dt="2026-07-17T12:29:14.113" v="820" actId="27636"/>
          <ac:spMkLst>
            <pc:docMk/>
            <pc:sldMk cId="1695811504" sldId="350"/>
            <ac:spMk id="7" creationId="{6D0271C3-181A-BE92-1AA5-F07746492BD3}"/>
          </ac:spMkLst>
        </pc:spChg>
        <pc:spChg chg="mod">
          <ac:chgData name="Anita Ranjan" userId="98ed435f-db7e-4fd5-b211-dca79c3f838e" providerId="ADAL" clId="{8025C3CA-352F-4971-9EAE-1FB82AE2C79F}" dt="2026-07-17T12:44:52.078" v="949" actId="12"/>
          <ac:spMkLst>
            <pc:docMk/>
            <pc:sldMk cId="1695811504" sldId="350"/>
            <ac:spMk id="11" creationId="{3DA6B84B-4A9A-3086-900A-EAB8B6030722}"/>
          </ac:spMkLst>
        </pc:spChg>
        <pc:spChg chg="mod">
          <ac:chgData name="Anita Ranjan" userId="98ed435f-db7e-4fd5-b211-dca79c3f838e" providerId="ADAL" clId="{8025C3CA-352F-4971-9EAE-1FB82AE2C79F}" dt="2026-07-20T07:02:17.392" v="1033" actId="255"/>
          <ac:spMkLst>
            <pc:docMk/>
            <pc:sldMk cId="1695811504" sldId="350"/>
            <ac:spMk id="15" creationId="{2654B8C4-B63D-7BED-05BA-C9F89838B149}"/>
          </ac:spMkLst>
        </pc:spChg>
        <pc:spChg chg="mod">
          <ac:chgData name="Anita Ranjan" userId="98ed435f-db7e-4fd5-b211-dca79c3f838e" providerId="ADAL" clId="{8025C3CA-352F-4971-9EAE-1FB82AE2C79F}" dt="2026-07-17T12:30:52.830" v="823" actId="108"/>
          <ac:spMkLst>
            <pc:docMk/>
            <pc:sldMk cId="1695811504" sldId="350"/>
            <ac:spMk id="19" creationId="{B962C7FB-5D54-40E4-0A66-803C4DCC0F99}"/>
          </ac:spMkLst>
        </pc:spChg>
        <pc:spChg chg="mod">
          <ac:chgData name="Anita Ranjan" userId="98ed435f-db7e-4fd5-b211-dca79c3f838e" providerId="ADAL" clId="{8025C3CA-352F-4971-9EAE-1FB82AE2C79F}" dt="2026-07-17T12:43:32.567" v="924" actId="27636"/>
          <ac:spMkLst>
            <pc:docMk/>
            <pc:sldMk cId="1695811504" sldId="350"/>
            <ac:spMk id="23" creationId="{5DAEFDDF-5E66-7EFC-8FCA-F0C450F3D52B}"/>
          </ac:spMkLst>
        </pc:spChg>
      </pc:sldChg>
      <pc:sldChg chg="modSp mod">
        <pc:chgData name="Anita Ranjan" userId="98ed435f-db7e-4fd5-b211-dca79c3f838e" providerId="ADAL" clId="{8025C3CA-352F-4971-9EAE-1FB82AE2C79F}" dt="2026-07-20T07:02:26.539" v="1036" actId="404"/>
        <pc:sldMkLst>
          <pc:docMk/>
          <pc:sldMk cId="1841931575" sldId="352"/>
        </pc:sldMkLst>
        <pc:spChg chg="mod">
          <ac:chgData name="Anita Ranjan" userId="98ed435f-db7e-4fd5-b211-dca79c3f838e" providerId="ADAL" clId="{8025C3CA-352F-4971-9EAE-1FB82AE2C79F}" dt="2026-07-20T07:02:26.539" v="1036" actId="404"/>
          <ac:spMkLst>
            <pc:docMk/>
            <pc:sldMk cId="1841931575" sldId="352"/>
            <ac:spMk id="15" creationId="{7214FBEF-41B8-51A7-D5EE-9EAD2E7B6A0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233052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BF637C-1276-65D9-4DA7-4A6F729437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4138E4-2EA4-FA28-782F-ADC2973EB27F}"/>
              </a:ext>
            </a:extLst>
          </p:cNvPr>
          <p:cNvSpPr>
            <a:spLocks noGrp="1" noRot="1" noChangeAspect="1"/>
          </p:cNvSpPr>
          <p:nvPr>
            <p:ph type="sldImg"/>
          </p:nvPr>
        </p:nvSpPr>
        <p:spPr>
          <a:xfrm>
            <a:off x="206375" y="228600"/>
            <a:ext cx="6419850" cy="3611563"/>
          </a:xfrm>
        </p:spPr>
        <p:txBody>
          <a:bodyPr/>
          <a:lstStyle/>
          <a:p>
            <a:endParaRPr lang="en-US"/>
          </a:p>
        </p:txBody>
      </p:sp>
      <p:sp>
        <p:nvSpPr>
          <p:cNvPr id="3" name="Notes Placeholder 2">
            <a:extLst>
              <a:ext uri="{FF2B5EF4-FFF2-40B4-BE49-F238E27FC236}">
                <a16:creationId xmlns:a16="http://schemas.microsoft.com/office/drawing/2014/main" id="{817302B8-A670-F2AD-262E-6E9B00270257}"/>
              </a:ext>
            </a:extLst>
          </p:cNvPr>
          <p:cNvSpPr>
            <a:spLocks noGrp="1"/>
          </p:cNvSpPr>
          <p:nvPr>
            <p:ph type="body" idx="1"/>
          </p:nvPr>
        </p:nvSpPr>
        <p:spPr/>
        <p:txBody>
          <a:bodyPr/>
          <a:lstStyle/>
          <a:p>
            <a:pPr marL="171450" indent="-171450">
              <a:buFont typeface="Calibri"/>
              <a:buChar char="-"/>
              <a:defRPr/>
            </a:pPr>
            <a:endParaRPr lang="en-US">
              <a:ea typeface="Calibri"/>
              <a:cs typeface="Calibri"/>
            </a:endParaRPr>
          </a:p>
        </p:txBody>
      </p:sp>
      <p:sp>
        <p:nvSpPr>
          <p:cNvPr id="4" name="Slide Number Placeholder 3">
            <a:extLst>
              <a:ext uri="{FF2B5EF4-FFF2-40B4-BE49-F238E27FC236}">
                <a16:creationId xmlns:a16="http://schemas.microsoft.com/office/drawing/2014/main" id="{2E5B0C6F-56A5-DED4-7EE0-730AAE63EEE8}"/>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893373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116886-A018-F591-F14D-79672F8488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BE61F3-2028-8012-BF6D-79978487EF93}"/>
              </a:ext>
            </a:extLst>
          </p:cNvPr>
          <p:cNvSpPr>
            <a:spLocks noGrp="1" noRot="1" noChangeAspect="1"/>
          </p:cNvSpPr>
          <p:nvPr>
            <p:ph type="sldImg"/>
          </p:nvPr>
        </p:nvSpPr>
        <p:spPr>
          <a:xfrm>
            <a:off x="206375" y="228600"/>
            <a:ext cx="6419850" cy="3611563"/>
          </a:xfrm>
        </p:spPr>
        <p:txBody>
          <a:bodyPr/>
          <a:lstStyle/>
          <a:p>
            <a:endParaRPr lang="en-US"/>
          </a:p>
        </p:txBody>
      </p:sp>
      <p:sp>
        <p:nvSpPr>
          <p:cNvPr id="3" name="Notes Placeholder 2">
            <a:extLst>
              <a:ext uri="{FF2B5EF4-FFF2-40B4-BE49-F238E27FC236}">
                <a16:creationId xmlns:a16="http://schemas.microsoft.com/office/drawing/2014/main" id="{A5DD7B6D-93AF-7753-574F-70CC76AC7C0E}"/>
              </a:ext>
            </a:extLst>
          </p:cNvPr>
          <p:cNvSpPr>
            <a:spLocks noGrp="1"/>
          </p:cNvSpPr>
          <p:nvPr>
            <p:ph type="body" idx="1"/>
          </p:nvPr>
        </p:nvSpPr>
        <p:spPr/>
        <p:txBody>
          <a:bodyPr/>
          <a:lstStyle/>
          <a:p>
            <a:pPr marR="0" lvl="0" algn="l" defTabSz="914400" rtl="0" eaLnBrk="1" fontAlgn="auto" latinLnBrk="0" hangingPunct="1">
              <a:lnSpc>
                <a:spcPct val="100000"/>
              </a:lnSpc>
              <a:spcBef>
                <a:spcPts val="0"/>
              </a:spcBef>
              <a:spcAft>
                <a:spcPts val="0"/>
              </a:spcAft>
              <a:buClrTx/>
              <a:buSzTx/>
              <a:tabLst/>
              <a:defRPr/>
            </a:pPr>
            <a:endParaRPr lang="en-US"/>
          </a:p>
        </p:txBody>
      </p:sp>
      <p:sp>
        <p:nvSpPr>
          <p:cNvPr id="4" name="Slide Number Placeholder 3">
            <a:extLst>
              <a:ext uri="{FF2B5EF4-FFF2-40B4-BE49-F238E27FC236}">
                <a16:creationId xmlns:a16="http://schemas.microsoft.com/office/drawing/2014/main" id="{ABD8A522-D030-EF37-DC4C-77B53E3BE08F}"/>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783420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A8F08E-D8AC-0EB7-3DE7-BB2FE71094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80AF6E-56CA-8A42-1ACF-E403E7B2246E}"/>
              </a:ext>
            </a:extLst>
          </p:cNvPr>
          <p:cNvSpPr>
            <a:spLocks noGrp="1" noRot="1" noChangeAspect="1"/>
          </p:cNvSpPr>
          <p:nvPr>
            <p:ph type="sldImg"/>
          </p:nvPr>
        </p:nvSpPr>
        <p:spPr>
          <a:xfrm>
            <a:off x="206375" y="228600"/>
            <a:ext cx="6419850" cy="3611563"/>
          </a:xfrm>
        </p:spPr>
        <p:txBody>
          <a:bodyPr/>
          <a:lstStyle/>
          <a:p>
            <a:endParaRPr lang="en-US"/>
          </a:p>
        </p:txBody>
      </p:sp>
      <p:sp>
        <p:nvSpPr>
          <p:cNvPr id="3" name="Notes Placeholder 2">
            <a:extLst>
              <a:ext uri="{FF2B5EF4-FFF2-40B4-BE49-F238E27FC236}">
                <a16:creationId xmlns:a16="http://schemas.microsoft.com/office/drawing/2014/main" id="{DE5317C3-5642-7934-B482-2FF3D93FD26E}"/>
              </a:ext>
            </a:extLst>
          </p:cNvPr>
          <p:cNvSpPr>
            <a:spLocks noGrp="1"/>
          </p:cNvSpPr>
          <p:nvPr>
            <p:ph type="body" idx="1"/>
          </p:nvPr>
        </p:nvSpPr>
        <p:spPr/>
        <p:txBody>
          <a:bodyPr/>
          <a:lstStyle/>
          <a:p>
            <a:pPr marL="171450" indent="-171450">
              <a:buFont typeface="Calibri"/>
              <a:buChar char="-"/>
              <a:defRPr/>
            </a:pPr>
            <a:endParaRPr lang="en-US">
              <a:ea typeface="Calibri"/>
              <a:cs typeface="Calibri"/>
            </a:endParaRPr>
          </a:p>
        </p:txBody>
      </p:sp>
      <p:sp>
        <p:nvSpPr>
          <p:cNvPr id="4" name="Slide Number Placeholder 3">
            <a:extLst>
              <a:ext uri="{FF2B5EF4-FFF2-40B4-BE49-F238E27FC236}">
                <a16:creationId xmlns:a16="http://schemas.microsoft.com/office/drawing/2014/main" id="{9ABD59BC-BF4F-4294-8D97-6E740250810D}"/>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311544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DA7C63-BF57-7ED1-3147-6097697360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DC84A9-AE2A-9A39-EAE7-566A75A91F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B01DBF-1275-7E4F-EABA-0C6F9BC31C6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F42AE67-8A5F-7FCE-EB4E-045FDFB2CA74}"/>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7731604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10732C-6C24-6DE7-1D3D-29852C2639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F87757-1CBA-6ADF-231D-C3D9AEF2CA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AB0009-2B63-55DC-A7BA-6684DC98620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2F71B2F-E1AE-0643-BE41-1E78A92A744E}"/>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2496295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15F21-896D-1ADB-F939-1C1362447D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380CF9-939A-8C80-0A05-3678762277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676D03-8A7A-07E7-F0B8-88742BDC5DF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54FAD2D-89CF-48BB-6364-C4E0531EDC38}"/>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4699717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3.xml"/><Relationship Id="rId7" Type="http://schemas.openxmlformats.org/officeDocument/2006/relationships/oleObject" Target="../embeddings/oleObject1.bin"/><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slideMaster" Target="../slideMasters/slideMaster1.xml"/><Relationship Id="rId5" Type="http://schemas.openxmlformats.org/officeDocument/2006/relationships/tags" Target="../tags/tag5.xml"/><Relationship Id="rId4" Type="http://schemas.openxmlformats.org/officeDocument/2006/relationships/tags" Target="../tags/tag4.xml"/><Relationship Id="rId9"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xml"/><Relationship Id="rId1" Type="http://schemas.openxmlformats.org/officeDocument/2006/relationships/tags" Target="../tags/tag6.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436103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BM">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29184"/>
          </a:xfrm>
          <a:prstGeom prst="rect">
            <a:avLst/>
          </a:prstGeom>
          <a:solidFill>
            <a:srgbClr val="0F1F6B"/>
          </a:solidFill>
          <a:ln w="12700">
            <a:solidFill>
              <a:srgbClr val="0F1F6B"/>
            </a:solidFill>
            <a:prstDash val="solid"/>
          </a:ln>
        </p:spPr>
        <p:txBody>
          <a:bodyPr/>
          <a:lstStyle/>
          <a:p>
            <a:endParaRPr lang="en-US"/>
          </a:p>
        </p:txBody>
      </p:sp>
      <p:sp>
        <p:nvSpPr>
          <p:cNvPr id="25" name="Slide Number Placeholder 0"/>
          <p:cNvSpPr>
            <a:spLocks noGrp="1"/>
          </p:cNvSpPr>
          <p:nvPr>
            <p:ph type="sldNum" sz="quarter" idx="4294967295"/>
          </p:nvPr>
        </p:nvSpPr>
        <p:spPr>
          <a:xfrm>
            <a:off x="11631980" y="6236208"/>
            <a:ext cx="479960" cy="329184"/>
          </a:xfrm>
          <a:prstGeom prst="rect">
            <a:avLst/>
          </a:prstGeom>
          <a:extLst>
            <a:ext uri="{C572A759-6A51-4108-AA02-DFA0A04FC94B}">
              <ma14:wrappingTextBoxFlag xmlns="" xmlns:ma14="http://schemas.microsoft.com/office/mac/drawingml/2011/main" val="0"/>
            </a:ext>
          </a:extLst>
        </p:spPr>
        <p:txBody>
          <a:bodyPr/>
          <a:lstStyle>
            <a:lvl1pPr>
              <a:defRPr sz="800">
                <a:solidFill>
                  <a:srgbClr val="5B5B5B"/>
                </a:solidFill>
              </a:defRPr>
            </a:lvl1pPr>
          </a:lstStyle>
          <a:p>
            <a:pPr algn="l"/>
            <a:fld id="{F7021451-1387-4CA6-816F-3879F97B5CBC}" type="slidenum">
              <a:rPr lang="en-US" b="0"/>
              <a:t>‹#›</a:t>
            </a:fld>
            <a:endParaRPr lang="en-US"/>
          </a:p>
        </p:txBody>
      </p:sp>
    </p:spTree>
    <p:extLst>
      <p:ext uri="{BB962C8B-B14F-4D97-AF65-F5344CB8AC3E}">
        <p14:creationId xmlns:p14="http://schemas.microsoft.com/office/powerpoint/2010/main" val="1513899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p:bg>
      <p:bgPr>
        <a:solidFill>
          <a:schemeClr val="bg1"/>
        </a:solidFill>
        <a:effectLst/>
      </p:bgPr>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33B562A0-3D6C-45D0-9E85-8A28A804D0F1}"/>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592" imgH="591" progId="TCLayout.ActiveDocument.1">
                  <p:embed/>
                </p:oleObj>
              </mc:Choice>
              <mc:Fallback>
                <p:oleObj name="think-cell Slide" r:id="rId7" imgW="592" imgH="591" progId="TCLayout.ActiveDocument.1">
                  <p:embed/>
                  <p:pic>
                    <p:nvPicPr>
                      <p:cNvPr id="7" name="Object 6" hidden="1">
                        <a:extLst>
                          <a:ext uri="{FF2B5EF4-FFF2-40B4-BE49-F238E27FC236}">
                            <a16:creationId xmlns:a16="http://schemas.microsoft.com/office/drawing/2014/main" id="{33B562A0-3D6C-45D0-9E85-8A28A804D0F1}"/>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3" name="Rectangle 2">
            <a:extLst>
              <a:ext uri="{FF2B5EF4-FFF2-40B4-BE49-F238E27FC236}">
                <a16:creationId xmlns:a16="http://schemas.microsoft.com/office/drawing/2014/main" id="{657C4D9C-8A05-0812-A26B-E39F0E5A35EC}"/>
              </a:ext>
            </a:extLst>
          </p:cNvPr>
          <p:cNvSpPr/>
          <p:nvPr userDrawn="1"/>
        </p:nvSpPr>
        <p:spPr bwMode="gray">
          <a:xfrm>
            <a:off x="0" y="0"/>
            <a:ext cx="12192000" cy="6000750"/>
          </a:xfrm>
          <a:prstGeom prst="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08" tIns="45708" rIns="45708" bIns="45708" numCol="1" rtlCol="0" anchor="t" anchorCtr="0" compatLnSpc="1">
            <a:prstTxWarp prst="textNoShape">
              <a:avLst/>
            </a:prstTxWarp>
          </a:bodyPr>
          <a:lstStyle/>
          <a:p>
            <a:pPr marL="0" marR="0" indent="0" algn="l" defTabSz="457018" rtl="0" eaLnBrk="1" fontAlgn="base" latinLnBrk="0" hangingPunct="1">
              <a:lnSpc>
                <a:spcPct val="100000"/>
              </a:lnSpc>
              <a:spcBef>
                <a:spcPct val="0"/>
              </a:spcBef>
              <a:spcAft>
                <a:spcPct val="0"/>
              </a:spcAft>
              <a:buClrTx/>
              <a:buSzTx/>
              <a:buFont typeface="IBM Plex Sans Light"/>
              <a:buNone/>
              <a:tabLst/>
            </a:pPr>
            <a:endParaRPr kumimoji="0" lang="en-US" sz="700" b="0" i="0" u="none" strike="noStrike" cap="none" normalizeH="0" baseline="0">
              <a:ln>
                <a:noFill/>
              </a:ln>
              <a:solidFill>
                <a:schemeClr val="bg1"/>
              </a:solidFill>
              <a:effectLst/>
              <a:latin typeface="+mn-lt"/>
              <a:ea typeface="+mn-ea"/>
              <a:cs typeface="+mn-cs"/>
            </a:endParaRPr>
          </a:p>
        </p:txBody>
      </p:sp>
      <p:sp>
        <p:nvSpPr>
          <p:cNvPr id="2" name="Rectangle 1" hidden="1">
            <a:extLst>
              <a:ext uri="{FF2B5EF4-FFF2-40B4-BE49-F238E27FC236}">
                <a16:creationId xmlns:a16="http://schemas.microsoft.com/office/drawing/2014/main" id="{CC42428D-965F-410A-AAB0-2F4E028AF07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4399" b="1" i="0" baseline="0">
              <a:solidFill>
                <a:schemeClr val="bg1"/>
              </a:solidFill>
              <a:latin typeface="+mn-lt"/>
              <a:ea typeface="+mn-ea"/>
              <a:cs typeface="+mn-cs"/>
              <a:sym typeface="Arial" panose="020B0604020202020204" pitchFamily="34" charset="0"/>
            </a:endParaRPr>
          </a:p>
        </p:txBody>
      </p:sp>
      <p:sp>
        <p:nvSpPr>
          <p:cNvPr id="16" name="Documenttype">
            <a:extLst>
              <a:ext uri="{FF2B5EF4-FFF2-40B4-BE49-F238E27FC236}">
                <a16:creationId xmlns:a16="http://schemas.microsoft.com/office/drawing/2014/main" id="{0CADA7EB-5C2E-4AD4-A32E-534A28817C8A}"/>
              </a:ext>
            </a:extLst>
          </p:cNvPr>
          <p:cNvSpPr>
            <a:spLocks noGrp="1"/>
          </p:cNvSpPr>
          <p:nvPr>
            <p:ph type="body" sz="quarter" idx="13" hasCustomPrompt="1"/>
            <p:custDataLst>
              <p:tags r:id="rId3"/>
            </p:custDataLst>
          </p:nvPr>
        </p:nvSpPr>
        <p:spPr>
          <a:xfrm>
            <a:off x="551942" y="6506189"/>
            <a:ext cx="6787535" cy="215444"/>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noAutofit/>
          </a:bodyPr>
          <a:lstStyle>
            <a:lvl1pPr>
              <a:defRPr lang="en-US" sz="1400" dirty="0">
                <a:latin typeface="+mn-lt"/>
                <a:ea typeface="+mn-ea"/>
                <a:cs typeface="+mn-cs"/>
              </a:defRPr>
            </a:lvl1pPr>
          </a:lstStyle>
          <a:p>
            <a:pPr lvl="0">
              <a:buNone/>
            </a:pPr>
            <a:r>
              <a:rPr lang="en-US"/>
              <a:t>Edit date or title/role</a:t>
            </a:r>
          </a:p>
        </p:txBody>
      </p:sp>
      <p:sp>
        <p:nvSpPr>
          <p:cNvPr id="18" name="Subtitle">
            <a:extLst>
              <a:ext uri="{FF2B5EF4-FFF2-40B4-BE49-F238E27FC236}">
                <a16:creationId xmlns:a16="http://schemas.microsoft.com/office/drawing/2014/main" id="{C85A1636-E33D-4640-A4BA-89E2008C1ED4}"/>
              </a:ext>
            </a:extLst>
          </p:cNvPr>
          <p:cNvSpPr>
            <a:spLocks noGrp="1"/>
          </p:cNvSpPr>
          <p:nvPr>
            <p:ph type="subTitle" idx="1"/>
            <p:custDataLst>
              <p:tags r:id="rId4"/>
            </p:custDataLst>
          </p:nvPr>
        </p:nvSpPr>
        <p:spPr>
          <a:xfrm>
            <a:off x="551942" y="4110944"/>
            <a:ext cx="6787535" cy="307777"/>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noAutofit/>
          </a:bodyPr>
          <a:lstStyle>
            <a:lvl1pPr>
              <a:defRPr lang="en-US" sz="2000" dirty="0">
                <a:latin typeface="+mn-lt"/>
                <a:ea typeface="+mn-ea"/>
                <a:cs typeface="+mn-cs"/>
              </a:defRPr>
            </a:lvl1pPr>
          </a:lstStyle>
          <a:p>
            <a:pPr lvl="0">
              <a:buNone/>
            </a:pPr>
            <a:r>
              <a:rPr lang="en-US"/>
              <a:t>Click to edit Master subtitle style</a:t>
            </a:r>
          </a:p>
        </p:txBody>
      </p:sp>
      <p:sp>
        <p:nvSpPr>
          <p:cNvPr id="20" name="Title">
            <a:extLst>
              <a:ext uri="{FF2B5EF4-FFF2-40B4-BE49-F238E27FC236}">
                <a16:creationId xmlns:a16="http://schemas.microsoft.com/office/drawing/2014/main" id="{AA4E4E19-7239-46DA-AE24-CE9556C9BE7D}"/>
              </a:ext>
            </a:extLst>
          </p:cNvPr>
          <p:cNvSpPr>
            <a:spLocks noGrp="1"/>
          </p:cNvSpPr>
          <p:nvPr>
            <p:ph type="title"/>
            <p:custDataLst>
              <p:tags r:id="rId5"/>
            </p:custDataLst>
          </p:nvPr>
        </p:nvSpPr>
        <p:spPr>
          <a:xfrm>
            <a:off x="551942" y="2464241"/>
            <a:ext cx="6787535" cy="1354217"/>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b" anchorCtr="0">
            <a:noAutofit/>
          </a:bodyPr>
          <a:lstStyle>
            <a:lvl1pPr>
              <a:defRPr lang="en-US" sz="4399" dirty="0">
                <a:solidFill>
                  <a:schemeClr val="accent1"/>
                </a:solidFill>
                <a:latin typeface="+mj-lt"/>
                <a:ea typeface="+mj-ea"/>
                <a:cs typeface="+mj-cs"/>
              </a:defRPr>
            </a:lvl1pPr>
          </a:lstStyle>
          <a:p>
            <a:pPr lvl="0"/>
            <a:r>
              <a:rPr lang="en-US"/>
              <a:t>Click to edit Master title style</a:t>
            </a:r>
          </a:p>
        </p:txBody>
      </p:sp>
      <p:pic>
        <p:nvPicPr>
          <p:cNvPr id="5" name="Picture 2" descr="ibm-logo-black - The Hispanic Star">
            <a:extLst>
              <a:ext uri="{FF2B5EF4-FFF2-40B4-BE49-F238E27FC236}">
                <a16:creationId xmlns:a16="http://schemas.microsoft.com/office/drawing/2014/main" id="{8D643469-BD4D-8710-756F-F8E960F43B06}"/>
              </a:ext>
            </a:extLst>
          </p:cNvPr>
          <p:cNvPicPr>
            <a:picLocks noChangeAspect="1" noChangeArrowheads="1"/>
          </p:cNvPicPr>
          <p:nvPr userDrawn="1"/>
        </p:nvPicPr>
        <p:blipFill>
          <a:blip r:embed="rId9">
            <a:extLst>
              <a:ext uri="{28A0092B-C50C-407E-A947-70E740481C1C}">
                <a14:useLocalDpi xmlns:a14="http://schemas.microsoft.com/office/drawing/2010/main" val="0"/>
              </a:ext>
            </a:extLst>
          </a:blip>
          <a:srcRect/>
          <a:stretch>
            <a:fillRect/>
          </a:stretch>
        </p:blipFill>
        <p:spPr bwMode="ltGray">
          <a:xfrm>
            <a:off x="10800280" y="6410325"/>
            <a:ext cx="834509" cy="3113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81899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cyan">
    <p:spTree>
      <p:nvGrpSpPr>
        <p:cNvPr id="1" name=""/>
        <p:cNvGrpSpPr/>
        <p:nvPr/>
      </p:nvGrpSpPr>
      <p:grpSpPr>
        <a:xfrm>
          <a:off x="0" y="0"/>
          <a:ext cx="0" cy="0"/>
          <a:chOff x="0" y="0"/>
          <a:chExt cx="0" cy="0"/>
        </a:xfrm>
      </p:grpSpPr>
      <p:sp>
        <p:nvSpPr>
          <p:cNvPr id="3" name="Rectangle 2" descr="Blue 10 full slide background ">
            <a:extLst>
              <a:ext uri="{FF2B5EF4-FFF2-40B4-BE49-F238E27FC236}">
                <a16:creationId xmlns:a16="http://schemas.microsoft.com/office/drawing/2014/main" id="{8D23798D-A03E-2BC6-136A-14C1E387E723}"/>
              </a:ext>
            </a:extLst>
          </p:cNvPr>
          <p:cNvSpPr/>
          <p:nvPr userDrawn="1"/>
        </p:nvSpPr>
        <p:spPr bwMode="auto">
          <a:xfrm>
            <a:off x="0" y="-1"/>
            <a:ext cx="12192000" cy="6097588"/>
          </a:xfrm>
          <a:prstGeom prst="rect">
            <a:avLst/>
          </a:prstGeom>
          <a:solidFill>
            <a:srgbClr val="E5F6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marL="0" marR="0" indent="0" algn="l" defTabSz="457109" rtl="0" eaLnBrk="1" fontAlgn="base" latinLnBrk="0" hangingPunct="1">
              <a:lnSpc>
                <a:spcPct val="100000"/>
              </a:lnSpc>
              <a:spcBef>
                <a:spcPct val="0"/>
              </a:spcBef>
              <a:spcAft>
                <a:spcPct val="0"/>
              </a:spcAft>
              <a:buClrTx/>
              <a:buSzTx/>
              <a:buFont typeface="IBM Plex Sans Light"/>
              <a:buNone/>
              <a:tabLst/>
            </a:pPr>
            <a:endParaRPr kumimoji="0" lang="en-US" sz="700" b="0" i="0" u="none" strike="noStrike" cap="none" normalizeH="0" baseline="0">
              <a:ln>
                <a:noFill/>
              </a:ln>
              <a:solidFill>
                <a:schemeClr val="bg1"/>
              </a:solidFill>
              <a:effectLst/>
              <a:latin typeface="+mn-lt"/>
            </a:endParaRPr>
          </a:p>
        </p:txBody>
      </p:sp>
      <p:pic>
        <p:nvPicPr>
          <p:cNvPr id="7" name="Picture 6" descr="IBM 8-bar logo">
            <a:extLst>
              <a:ext uri="{FF2B5EF4-FFF2-40B4-BE49-F238E27FC236}">
                <a16:creationId xmlns:a16="http://schemas.microsoft.com/office/drawing/2014/main" id="{B4B109D8-FCAE-74D0-0B39-85BF626C84C5}"/>
              </a:ext>
            </a:extLst>
          </p:cNvPr>
          <p:cNvPicPr>
            <a:picLocks noChangeAspect="1"/>
          </p:cNvPicPr>
          <p:nvPr userDrawn="1"/>
        </p:nvPicPr>
        <p:blipFill>
          <a:blip r:embed="rId2"/>
          <a:stretch>
            <a:fillRect/>
          </a:stretch>
        </p:blipFill>
        <p:spPr>
          <a:xfrm>
            <a:off x="11185445" y="6288882"/>
            <a:ext cx="769062" cy="286200"/>
          </a:xfrm>
          <a:prstGeom prst="rect">
            <a:avLst/>
          </a:prstGeom>
        </p:spPr>
      </p:pic>
      <p:sp>
        <p:nvSpPr>
          <p:cNvPr id="8" name="Text Placeholder 6">
            <a:extLst>
              <a:ext uri="{FF2B5EF4-FFF2-40B4-BE49-F238E27FC236}">
                <a16:creationId xmlns:a16="http://schemas.microsoft.com/office/drawing/2014/main" id="{A9FACBA3-656A-1C9D-A350-7759736DCC4B}"/>
              </a:ext>
            </a:extLst>
          </p:cNvPr>
          <p:cNvSpPr>
            <a:spLocks noGrp="1"/>
          </p:cNvSpPr>
          <p:nvPr>
            <p:ph type="body" sz="quarter" idx="12"/>
          </p:nvPr>
        </p:nvSpPr>
        <p:spPr>
          <a:xfrm>
            <a:off x="287963" y="6083300"/>
            <a:ext cx="2470906" cy="537147"/>
          </a:xfrm>
        </p:spPr>
        <p:txBody>
          <a:bodyPr anchor="b"/>
          <a:lstStyle>
            <a:lvl1pPr>
              <a:lnSpc>
                <a:spcPct val="110000"/>
              </a:lnSpc>
              <a:spcBef>
                <a:spcPts val="0"/>
              </a:spcBef>
              <a:defRPr sz="1200">
                <a:solidFill>
                  <a:schemeClr val="tx1"/>
                </a:solidFill>
              </a:defRPr>
            </a:lvl1pPr>
            <a:lvl2pPr marL="127990" indent="-127990">
              <a:lnSpc>
                <a:spcPct val="110000"/>
              </a:lnSpc>
              <a:spcBef>
                <a:spcPts val="0"/>
              </a:spcBef>
              <a:defRPr sz="1200">
                <a:solidFill>
                  <a:schemeClr val="tx1"/>
                </a:solidFill>
              </a:defRPr>
            </a:lvl2pPr>
            <a:lvl3pPr marL="255981" indent="-127990">
              <a:lnSpc>
                <a:spcPct val="110000"/>
              </a:lnSpc>
              <a:spcBef>
                <a:spcPts val="0"/>
              </a:spcBef>
              <a:defRPr sz="1200">
                <a:solidFill>
                  <a:schemeClr val="tx1"/>
                </a:solidFill>
              </a:defRPr>
            </a:lvl3pPr>
            <a:lvl4pPr marL="383971" indent="-127990">
              <a:lnSpc>
                <a:spcPct val="110000"/>
              </a:lnSpc>
              <a:spcBef>
                <a:spcPts val="0"/>
              </a:spcBef>
              <a:defRPr sz="12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5">
            <a:extLst>
              <a:ext uri="{FF2B5EF4-FFF2-40B4-BE49-F238E27FC236}">
                <a16:creationId xmlns:a16="http://schemas.microsoft.com/office/drawing/2014/main" id="{FA47F09F-F9D8-7B01-E53E-EE9451C6A6EB}"/>
              </a:ext>
            </a:extLst>
          </p:cNvPr>
          <p:cNvSpPr>
            <a:spLocks noGrp="1"/>
          </p:cNvSpPr>
          <p:nvPr>
            <p:ph type="body" sz="quarter" idx="13"/>
          </p:nvPr>
        </p:nvSpPr>
        <p:spPr>
          <a:xfrm>
            <a:off x="3335316" y="6083300"/>
            <a:ext cx="2473384" cy="538507"/>
          </a:xfrm>
        </p:spPr>
        <p:txBody>
          <a:bodyPr anchor="b"/>
          <a:lstStyle>
            <a:lvl1pPr>
              <a:lnSpc>
                <a:spcPct val="110000"/>
              </a:lnSpc>
              <a:spcBef>
                <a:spcPts val="0"/>
              </a:spcBef>
              <a:defRPr sz="1200">
                <a:solidFill>
                  <a:schemeClr val="tx1"/>
                </a:solidFill>
              </a:defRPr>
            </a:lvl1pPr>
            <a:lvl2pPr marL="127990" indent="-127990">
              <a:lnSpc>
                <a:spcPct val="110000"/>
              </a:lnSpc>
              <a:spcBef>
                <a:spcPts val="0"/>
              </a:spcBef>
              <a:defRPr sz="1200">
                <a:solidFill>
                  <a:schemeClr val="tx1"/>
                </a:solidFill>
              </a:defRPr>
            </a:lvl2pPr>
            <a:lvl3pPr marL="255981" indent="-127990">
              <a:lnSpc>
                <a:spcPct val="110000"/>
              </a:lnSpc>
              <a:spcBef>
                <a:spcPts val="0"/>
              </a:spcBef>
              <a:defRPr sz="1200">
                <a:solidFill>
                  <a:schemeClr val="tx1"/>
                </a:solidFill>
              </a:defRPr>
            </a:lvl3pPr>
            <a:lvl4pPr marL="383971" indent="-127990">
              <a:lnSpc>
                <a:spcPct val="110000"/>
              </a:lnSpc>
              <a:spcBef>
                <a:spcPts val="0"/>
              </a:spcBef>
              <a:defRPr sz="12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itle 1">
            <a:extLst>
              <a:ext uri="{FF2B5EF4-FFF2-40B4-BE49-F238E27FC236}">
                <a16:creationId xmlns:a16="http://schemas.microsoft.com/office/drawing/2014/main" id="{B8FFB679-F0FF-1DD1-8243-9D4ADEF3889F}"/>
              </a:ext>
            </a:extLst>
          </p:cNvPr>
          <p:cNvSpPr>
            <a:spLocks noGrp="1"/>
          </p:cNvSpPr>
          <p:nvPr>
            <p:ph type="title"/>
          </p:nvPr>
        </p:nvSpPr>
        <p:spPr>
          <a:xfrm>
            <a:off x="287963" y="155576"/>
            <a:ext cx="5049878" cy="3654425"/>
          </a:xfrm>
        </p:spPr>
        <p:txBody>
          <a:bodyPr/>
          <a:lstStyle>
            <a:lvl1pPr>
              <a:lnSpc>
                <a:spcPct val="100000"/>
              </a:lnSpc>
              <a:defRPr sz="4199">
                <a:solidFill>
                  <a:schemeClr val="tx2"/>
                </a:solidFill>
              </a:defRPr>
            </a:lvl1pPr>
          </a:lstStyle>
          <a:p>
            <a:r>
              <a:rPr lang="en-US"/>
              <a:t>Click to edit Master title style</a:t>
            </a:r>
          </a:p>
        </p:txBody>
      </p:sp>
    </p:spTree>
    <p:extLst>
      <p:ext uri="{BB962C8B-B14F-4D97-AF65-F5344CB8AC3E}">
        <p14:creationId xmlns:p14="http://schemas.microsoft.com/office/powerpoint/2010/main" val="1744456933"/>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plain">
    <p:bg>
      <p:bgPr>
        <a:solidFill>
          <a:schemeClr val="bg1"/>
        </a:solidFill>
        <a:effectLst/>
      </p:bgPr>
    </p:bg>
    <p:spTree>
      <p:nvGrpSpPr>
        <p:cNvPr id="1" name=""/>
        <p:cNvGrpSpPr/>
        <p:nvPr/>
      </p:nvGrpSpPr>
      <p:grpSpPr>
        <a:xfrm>
          <a:off x="0" y="0"/>
          <a:ext cx="0" cy="0"/>
          <a:chOff x="0" y="0"/>
          <a:chExt cx="0" cy="0"/>
        </a:xfrm>
      </p:grpSpPr>
      <p:pic>
        <p:nvPicPr>
          <p:cNvPr id="4" name="Picture 3" descr="IBM 8-bar logo">
            <a:extLst>
              <a:ext uri="{FF2B5EF4-FFF2-40B4-BE49-F238E27FC236}">
                <a16:creationId xmlns:a16="http://schemas.microsoft.com/office/drawing/2014/main" id="{E4F73B63-FCC7-DAFC-5E97-E0D29B2DBF2C}"/>
              </a:ext>
            </a:extLst>
          </p:cNvPr>
          <p:cNvPicPr>
            <a:picLocks noChangeAspect="1"/>
          </p:cNvPicPr>
          <p:nvPr userDrawn="1"/>
        </p:nvPicPr>
        <p:blipFill>
          <a:blip r:embed="rId2"/>
          <a:stretch>
            <a:fillRect/>
          </a:stretch>
        </p:blipFill>
        <p:spPr>
          <a:xfrm>
            <a:off x="11185445" y="6288882"/>
            <a:ext cx="769062" cy="286200"/>
          </a:xfrm>
          <a:prstGeom prst="rect">
            <a:avLst/>
          </a:prstGeom>
        </p:spPr>
      </p:pic>
      <p:sp>
        <p:nvSpPr>
          <p:cNvPr id="8" name="Title 1">
            <a:extLst>
              <a:ext uri="{FF2B5EF4-FFF2-40B4-BE49-F238E27FC236}">
                <a16:creationId xmlns:a16="http://schemas.microsoft.com/office/drawing/2014/main" id="{31EEBBCD-6628-78CD-1209-20B2834A647D}"/>
              </a:ext>
            </a:extLst>
          </p:cNvPr>
          <p:cNvSpPr>
            <a:spLocks noGrp="1"/>
          </p:cNvSpPr>
          <p:nvPr>
            <p:ph type="title"/>
          </p:nvPr>
        </p:nvSpPr>
        <p:spPr>
          <a:xfrm>
            <a:off x="287963" y="155575"/>
            <a:ext cx="5049878" cy="5178425"/>
          </a:xfrm>
        </p:spPr>
        <p:txBody>
          <a:bodyPr/>
          <a:lstStyle>
            <a:lvl1pPr>
              <a:lnSpc>
                <a:spcPct val="100000"/>
              </a:lnSpc>
              <a:defRPr sz="4199">
                <a:solidFill>
                  <a:schemeClr val="tx2"/>
                </a:solidFill>
              </a:defRPr>
            </a:lvl1pPr>
          </a:lstStyle>
          <a:p>
            <a:r>
              <a:rPr lang="en-US"/>
              <a:t>Click to edit Master title style</a:t>
            </a:r>
          </a:p>
        </p:txBody>
      </p:sp>
    </p:spTree>
    <p:extLst>
      <p:ext uri="{BB962C8B-B14F-4D97-AF65-F5344CB8AC3E}">
        <p14:creationId xmlns:p14="http://schemas.microsoft.com/office/powerpoint/2010/main" val="3378557251"/>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no foot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63" y="288036"/>
            <a:ext cx="2474590" cy="1234377"/>
          </a:xfrm>
        </p:spPr>
        <p:txBody>
          <a:bodyPr/>
          <a:lstStyle>
            <a:lvl1pPr>
              <a:lnSpc>
                <a:spcPct val="110000"/>
              </a:lnSpc>
              <a:defRPr sz="1400">
                <a:solidFill>
                  <a:schemeClr val="tx2"/>
                </a:solidFill>
              </a:defRPr>
            </a:lvl1pPr>
          </a:lstStyle>
          <a:p>
            <a:r>
              <a:rPr lang="en-US"/>
              <a:t>Click to edit Master title style</a:t>
            </a:r>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32170363"/>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allout, headlin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99" y="192024"/>
            <a:ext cx="4953942" cy="1429544"/>
          </a:xfrm>
        </p:spPr>
        <p:txBody>
          <a:bodyPr/>
          <a:lstStyle>
            <a:lvl1pPr>
              <a:lnSpc>
                <a:spcPct val="100000"/>
              </a:lnSpc>
              <a:defRPr sz="3197">
                <a:solidFill>
                  <a:schemeClr val="tx2"/>
                </a:solidFill>
              </a:defRPr>
            </a:lvl1pPr>
          </a:lstStyle>
          <a:p>
            <a:r>
              <a:rPr lang="en-US"/>
              <a:t>Click to edit Master title style</a:t>
            </a:r>
          </a:p>
        </p:txBody>
      </p:sp>
      <p:sp>
        <p:nvSpPr>
          <p:cNvPr id="4" name="Text Placeholder 3">
            <a:extLst>
              <a:ext uri="{FF2B5EF4-FFF2-40B4-BE49-F238E27FC236}">
                <a16:creationId xmlns:a16="http://schemas.microsoft.com/office/drawing/2014/main" id="{0354631A-4ED7-F527-1CBC-9AF7BE2CB676}"/>
              </a:ext>
            </a:extLst>
          </p:cNvPr>
          <p:cNvSpPr>
            <a:spLocks noGrp="1"/>
          </p:cNvSpPr>
          <p:nvPr>
            <p:ph type="body" sz="quarter" idx="10"/>
          </p:nvPr>
        </p:nvSpPr>
        <p:spPr>
          <a:xfrm>
            <a:off x="6382795" y="224028"/>
            <a:ext cx="5520318" cy="4287044"/>
          </a:xfrm>
        </p:spPr>
        <p:txBody>
          <a:bodyPr/>
          <a:lstStyle>
            <a:lvl1pPr>
              <a:lnSpc>
                <a:spcPct val="100000"/>
              </a:lnSpc>
              <a:spcBef>
                <a:spcPts val="0"/>
              </a:spcBef>
              <a:defRPr sz="3197">
                <a:solidFill>
                  <a:schemeClr val="tx2"/>
                </a:solidFill>
              </a:defRPr>
            </a:lvl1pPr>
            <a:lvl2pPr marL="292432" indent="-292432">
              <a:lnSpc>
                <a:spcPct val="100000"/>
              </a:lnSpc>
              <a:spcBef>
                <a:spcPts val="0"/>
              </a:spcBef>
              <a:defRPr sz="3197">
                <a:solidFill>
                  <a:schemeClr val="tx2"/>
                </a:solidFill>
              </a:defRPr>
            </a:lvl2pPr>
            <a:lvl3pPr marL="548310" indent="-292432">
              <a:lnSpc>
                <a:spcPct val="100000"/>
              </a:lnSpc>
              <a:spcBef>
                <a:spcPts val="0"/>
              </a:spcBef>
              <a:defRPr sz="3197">
                <a:solidFill>
                  <a:schemeClr val="tx2"/>
                </a:solidFill>
              </a:defRPr>
            </a:lvl3pPr>
            <a:lvl4pPr marL="877297">
              <a:lnSpc>
                <a:spcPct val="100000"/>
              </a:lnSpc>
              <a:spcBef>
                <a:spcPts val="0"/>
              </a:spcBef>
              <a:defRPr sz="3197">
                <a:solidFill>
                  <a:schemeClr val="tx2"/>
                </a:solidFill>
              </a:defRPr>
            </a:lvl4pPr>
            <a:lvl5pPr>
              <a:lnSpc>
                <a:spcPct val="100000"/>
              </a:lnSpc>
              <a:spcBef>
                <a:spcPts val="0"/>
              </a:spcBef>
              <a:defRPr sz="3197"/>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Footer Placeholder 3">
            <a:extLst>
              <a:ext uri="{FF2B5EF4-FFF2-40B4-BE49-F238E27FC236}">
                <a16:creationId xmlns:a16="http://schemas.microsoft.com/office/drawing/2014/main" id="{7BE5947E-6D4A-9E09-E5A6-D31DBCAEE2C6}"/>
              </a:ext>
            </a:extLst>
          </p:cNvPr>
          <p:cNvSpPr>
            <a:spLocks noGrp="1"/>
          </p:cNvSpPr>
          <p:nvPr>
            <p:ph type="ftr" sz="quarter" idx="18"/>
          </p:nvPr>
        </p:nvSpPr>
        <p:spPr>
          <a:xfrm>
            <a:off x="284127" y="6402118"/>
            <a:ext cx="2477765" cy="190500"/>
          </a:xfrm>
        </p:spPr>
        <p:txBody>
          <a:bodyPr/>
          <a:lstStyle/>
          <a:p>
            <a:endParaRPr lang="en-US"/>
          </a:p>
        </p:txBody>
      </p:sp>
      <p:sp>
        <p:nvSpPr>
          <p:cNvPr id="7" name="Text">
            <a:extLst>
              <a:ext uri="{FF2B5EF4-FFF2-40B4-BE49-F238E27FC236}">
                <a16:creationId xmlns:a16="http://schemas.microsoft.com/office/drawing/2014/main" id="{E91877C6-71DC-D526-7BEA-4C7D1FB48798}"/>
              </a:ext>
            </a:extLst>
          </p:cNvPr>
          <p:cNvSpPr txBox="1"/>
          <p:nvPr userDrawn="1">
            <p:custDataLst>
              <p:tags r:id="rId1"/>
            </p:custDataLst>
          </p:nvPr>
        </p:nvSpPr>
        <p:spPr>
          <a:xfrm>
            <a:off x="5632394" y="6654563"/>
            <a:ext cx="927216" cy="123111"/>
          </a:xfrm>
          <a:prstGeom prst="rect">
            <a:avLst/>
          </a:prstGeom>
          <a:noFill/>
        </p:spPr>
        <p:txBody>
          <a:bodyPr wrap="square" lIns="0" tIns="0" rIns="0" bIns="0" rtlCol="0" anchor="b">
            <a:spAutoFit/>
          </a:bodyPr>
          <a:lstStyle/>
          <a:p>
            <a:pPr algn="ctr"/>
            <a:r>
              <a:rPr lang="en-US" sz="800">
                <a:latin typeface="+mn-lt"/>
                <a:ea typeface="+mn-ea"/>
                <a:cs typeface="+mn-cs"/>
              </a:rPr>
              <a:t>IBM CONFIDENTIAL</a:t>
            </a:r>
          </a:p>
        </p:txBody>
      </p:sp>
      <p:sp>
        <p:nvSpPr>
          <p:cNvPr id="8" name="Slide Number">
            <a:extLst>
              <a:ext uri="{FF2B5EF4-FFF2-40B4-BE49-F238E27FC236}">
                <a16:creationId xmlns:a16="http://schemas.microsoft.com/office/drawing/2014/main" id="{1B8F84A2-974C-6994-C61F-1DFC3944BD41}"/>
              </a:ext>
            </a:extLst>
          </p:cNvPr>
          <p:cNvSpPr>
            <a:spLocks noChangeArrowheads="1"/>
          </p:cNvSpPr>
          <p:nvPr userDrawn="1">
            <p:custDataLst>
              <p:tags r:id="rId2"/>
            </p:custDataLst>
          </p:nvPr>
        </p:nvSpPr>
        <p:spPr bwMode="black">
          <a:xfrm>
            <a:off x="11312526" y="6639173"/>
            <a:ext cx="325501" cy="138500"/>
          </a:xfrm>
          <a:prstGeom prst="rect">
            <a:avLst/>
          </a:prstGeom>
          <a:noFill/>
          <a:ln w="9525" algn="ctr">
            <a:noFill/>
            <a:miter lim="800000"/>
            <a:headEnd/>
            <a:tailEnd/>
          </a:ln>
          <a:effectLst/>
        </p:spPr>
        <p:txBody>
          <a:bodyPr wrap="square" lIns="0" tIns="0" rIns="0" bIns="0" anchor="b">
            <a:spAutoFit/>
          </a:bodyPr>
          <a:lstStyle/>
          <a:p>
            <a:pPr algn="r" defTabSz="610622" rtl="0" fontAlgn="auto">
              <a:spcBef>
                <a:spcPts val="0"/>
              </a:spcBef>
              <a:spcAft>
                <a:spcPts val="0"/>
              </a:spcAft>
              <a:defRPr/>
            </a:pPr>
            <a:fld id="{4ABDCABE-3F10-B64C-92F1-862014417034}" type="slidenum">
              <a:rPr lang="en-US" sz="900" b="0" smtClean="0">
                <a:solidFill>
                  <a:schemeClr val="tx1"/>
                </a:solidFill>
                <a:latin typeface="+mn-lt"/>
                <a:ea typeface="+mn-ea"/>
                <a:cs typeface="+mn-cs"/>
              </a:rPr>
              <a:pPr algn="r" defTabSz="610622" rtl="0" fontAlgn="auto">
                <a:spcBef>
                  <a:spcPts val="0"/>
                </a:spcBef>
                <a:spcAft>
                  <a:spcPts val="0"/>
                </a:spcAft>
                <a:defRPr/>
              </a:pPr>
              <a:t>‹#›</a:t>
            </a:fld>
            <a:endParaRPr lang="en-US" sz="900" b="0">
              <a:solidFill>
                <a:schemeClr val="tx1"/>
              </a:solidFill>
              <a:latin typeface="+mn-lt"/>
              <a:ea typeface="+mn-ea"/>
              <a:cs typeface="+mn-cs"/>
            </a:endParaRPr>
          </a:p>
        </p:txBody>
      </p:sp>
    </p:spTree>
    <p:extLst>
      <p:ext uri="{BB962C8B-B14F-4D97-AF65-F5344CB8AC3E}">
        <p14:creationId xmlns:p14="http://schemas.microsoft.com/office/powerpoint/2010/main" val="4190402049"/>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ver, imagery">
    <p:spTree>
      <p:nvGrpSpPr>
        <p:cNvPr id="1" name=""/>
        <p:cNvGrpSpPr/>
        <p:nvPr/>
      </p:nvGrpSpPr>
      <p:grpSpPr>
        <a:xfrm>
          <a:off x="0" y="0"/>
          <a:ext cx="0" cy="0"/>
          <a:chOff x="0" y="0"/>
          <a:chExt cx="0" cy="0"/>
        </a:xfrm>
      </p:grpSpPr>
      <p:sp>
        <p:nvSpPr>
          <p:cNvPr id="5" name="Picture Placeholder 4" descr="Place imagery here">
            <a:extLst>
              <a:ext uri="{FF2B5EF4-FFF2-40B4-BE49-F238E27FC236}">
                <a16:creationId xmlns:a16="http://schemas.microsoft.com/office/drawing/2014/main" id="{EA7055A2-0B5C-73F2-C2DB-FC7245A7AB38}"/>
              </a:ext>
            </a:extLst>
          </p:cNvPr>
          <p:cNvSpPr>
            <a:spLocks noGrp="1"/>
          </p:cNvSpPr>
          <p:nvPr>
            <p:ph type="pic" sz="quarter" idx="11" hasCustomPrompt="1"/>
          </p:nvPr>
        </p:nvSpPr>
        <p:spPr>
          <a:xfrm>
            <a:off x="0" y="0"/>
            <a:ext cx="12192000" cy="6097588"/>
          </a:xfrm>
          <a:solidFill>
            <a:srgbClr val="E0E0E0"/>
          </a:solidFill>
        </p:spPr>
        <p:txBody>
          <a:bodyPr anchor="ctr"/>
          <a:lstStyle>
            <a:lvl1pPr algn="ctr">
              <a:defRPr>
                <a:solidFill>
                  <a:schemeClr val="accent5"/>
                </a:solidFill>
              </a:defRPr>
            </a:lvl1pPr>
          </a:lstStyle>
          <a:p>
            <a:r>
              <a:rPr lang="en-US"/>
              <a:t>Place imagery here</a:t>
            </a:r>
          </a:p>
        </p:txBody>
      </p:sp>
      <p:sp>
        <p:nvSpPr>
          <p:cNvPr id="7" name="Text Placeholder 6">
            <a:extLst>
              <a:ext uri="{FF2B5EF4-FFF2-40B4-BE49-F238E27FC236}">
                <a16:creationId xmlns:a16="http://schemas.microsoft.com/office/drawing/2014/main" id="{D404A9AD-5866-6BA4-C928-31A5F88EF1E5}"/>
              </a:ext>
            </a:extLst>
          </p:cNvPr>
          <p:cNvSpPr>
            <a:spLocks noGrp="1"/>
          </p:cNvSpPr>
          <p:nvPr>
            <p:ph type="body" sz="quarter" idx="12"/>
          </p:nvPr>
        </p:nvSpPr>
        <p:spPr>
          <a:xfrm>
            <a:off x="287963" y="6083300"/>
            <a:ext cx="2470906" cy="537147"/>
          </a:xfrm>
        </p:spPr>
        <p:txBody>
          <a:bodyPr anchor="b"/>
          <a:lstStyle>
            <a:lvl1pPr>
              <a:lnSpc>
                <a:spcPct val="110000"/>
              </a:lnSpc>
              <a:spcBef>
                <a:spcPts val="0"/>
              </a:spcBef>
              <a:defRPr sz="1200">
                <a:solidFill>
                  <a:schemeClr val="tx1"/>
                </a:solidFill>
              </a:defRPr>
            </a:lvl1pPr>
            <a:lvl2pPr marL="127990" indent="-127990">
              <a:lnSpc>
                <a:spcPct val="110000"/>
              </a:lnSpc>
              <a:spcBef>
                <a:spcPts val="0"/>
              </a:spcBef>
              <a:defRPr sz="1200">
                <a:solidFill>
                  <a:schemeClr val="tx1"/>
                </a:solidFill>
              </a:defRPr>
            </a:lvl2pPr>
            <a:lvl3pPr marL="255981" indent="-127990">
              <a:lnSpc>
                <a:spcPct val="110000"/>
              </a:lnSpc>
              <a:spcBef>
                <a:spcPts val="0"/>
              </a:spcBef>
              <a:defRPr sz="1200">
                <a:solidFill>
                  <a:schemeClr val="tx1"/>
                </a:solidFill>
              </a:defRPr>
            </a:lvl3pPr>
            <a:lvl4pPr marL="383971" indent="-127990">
              <a:lnSpc>
                <a:spcPct val="110000"/>
              </a:lnSpc>
              <a:spcBef>
                <a:spcPts val="0"/>
              </a:spcBef>
              <a:defRPr sz="12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7D4A8A02-E5FB-018D-1574-2015680C3A07}"/>
              </a:ext>
            </a:extLst>
          </p:cNvPr>
          <p:cNvSpPr>
            <a:spLocks noGrp="1"/>
          </p:cNvSpPr>
          <p:nvPr>
            <p:ph type="body" sz="quarter" idx="13"/>
          </p:nvPr>
        </p:nvSpPr>
        <p:spPr>
          <a:xfrm>
            <a:off x="3335316" y="6083300"/>
            <a:ext cx="2473384" cy="538507"/>
          </a:xfrm>
        </p:spPr>
        <p:txBody>
          <a:bodyPr anchor="b"/>
          <a:lstStyle>
            <a:lvl1pPr>
              <a:lnSpc>
                <a:spcPct val="110000"/>
              </a:lnSpc>
              <a:spcBef>
                <a:spcPts val="0"/>
              </a:spcBef>
              <a:defRPr sz="1200">
                <a:solidFill>
                  <a:schemeClr val="tx1"/>
                </a:solidFill>
              </a:defRPr>
            </a:lvl1pPr>
            <a:lvl2pPr marL="127990" indent="-127990">
              <a:lnSpc>
                <a:spcPct val="110000"/>
              </a:lnSpc>
              <a:spcBef>
                <a:spcPts val="0"/>
              </a:spcBef>
              <a:defRPr sz="1200">
                <a:solidFill>
                  <a:schemeClr val="tx1"/>
                </a:solidFill>
              </a:defRPr>
            </a:lvl2pPr>
            <a:lvl3pPr marL="255981" indent="-127990">
              <a:lnSpc>
                <a:spcPct val="110000"/>
              </a:lnSpc>
              <a:spcBef>
                <a:spcPts val="0"/>
              </a:spcBef>
              <a:defRPr sz="1200">
                <a:solidFill>
                  <a:schemeClr val="tx1"/>
                </a:solidFill>
              </a:defRPr>
            </a:lvl3pPr>
            <a:lvl4pPr marL="383971" indent="-127990">
              <a:lnSpc>
                <a:spcPct val="110000"/>
              </a:lnSpc>
              <a:spcBef>
                <a:spcPts val="0"/>
              </a:spcBef>
              <a:defRPr sz="12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4" name="Picture 3" descr="IBM 8-bar logo">
            <a:extLst>
              <a:ext uri="{FF2B5EF4-FFF2-40B4-BE49-F238E27FC236}">
                <a16:creationId xmlns:a16="http://schemas.microsoft.com/office/drawing/2014/main" id="{09935B61-CCB4-2F0F-6720-2DE3FDE1A05B}"/>
              </a:ext>
            </a:extLst>
          </p:cNvPr>
          <p:cNvPicPr>
            <a:picLocks noChangeAspect="1"/>
          </p:cNvPicPr>
          <p:nvPr userDrawn="1"/>
        </p:nvPicPr>
        <p:blipFill>
          <a:blip r:embed="rId2"/>
          <a:stretch>
            <a:fillRect/>
          </a:stretch>
        </p:blipFill>
        <p:spPr>
          <a:xfrm>
            <a:off x="11185445" y="6288882"/>
            <a:ext cx="769062" cy="286200"/>
          </a:xfrm>
          <a:prstGeom prst="rect">
            <a:avLst/>
          </a:prstGeom>
        </p:spPr>
      </p:pic>
      <p:sp>
        <p:nvSpPr>
          <p:cNvPr id="10" name="Title 1">
            <a:extLst>
              <a:ext uri="{FF2B5EF4-FFF2-40B4-BE49-F238E27FC236}">
                <a16:creationId xmlns:a16="http://schemas.microsoft.com/office/drawing/2014/main" id="{3F3BE6BB-D7C0-3C9B-44F9-5D564E48D8B6}"/>
              </a:ext>
            </a:extLst>
          </p:cNvPr>
          <p:cNvSpPr>
            <a:spLocks noGrp="1"/>
          </p:cNvSpPr>
          <p:nvPr>
            <p:ph type="title"/>
          </p:nvPr>
        </p:nvSpPr>
        <p:spPr>
          <a:xfrm>
            <a:off x="287963" y="155575"/>
            <a:ext cx="5049878" cy="3654425"/>
          </a:xfrm>
        </p:spPr>
        <p:txBody>
          <a:bodyPr/>
          <a:lstStyle>
            <a:lvl1pPr>
              <a:lnSpc>
                <a:spcPct val="100000"/>
              </a:lnSpc>
              <a:defRPr sz="4199">
                <a:solidFill>
                  <a:schemeClr val="tx2"/>
                </a:solidFill>
              </a:defRPr>
            </a:lvl1pPr>
          </a:lstStyle>
          <a:p>
            <a:r>
              <a:rPr lang="en-US"/>
              <a:t>Click to edit Master title style</a:t>
            </a:r>
          </a:p>
        </p:txBody>
      </p:sp>
    </p:spTree>
    <p:extLst>
      <p:ext uri="{BB962C8B-B14F-4D97-AF65-F5344CB8AC3E}">
        <p14:creationId xmlns:p14="http://schemas.microsoft.com/office/powerpoint/2010/main" val="1544877052"/>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ver, cyan">
    <p:spTree>
      <p:nvGrpSpPr>
        <p:cNvPr id="1" name=""/>
        <p:cNvGrpSpPr/>
        <p:nvPr/>
      </p:nvGrpSpPr>
      <p:grpSpPr>
        <a:xfrm>
          <a:off x="0" y="0"/>
          <a:ext cx="0" cy="0"/>
          <a:chOff x="0" y="0"/>
          <a:chExt cx="0" cy="0"/>
        </a:xfrm>
      </p:grpSpPr>
      <p:sp>
        <p:nvSpPr>
          <p:cNvPr id="3" name="Rectangle 2" descr="Blue 10 full slide background ">
            <a:extLst>
              <a:ext uri="{FF2B5EF4-FFF2-40B4-BE49-F238E27FC236}">
                <a16:creationId xmlns:a16="http://schemas.microsoft.com/office/drawing/2014/main" id="{8D23798D-A03E-2BC6-136A-14C1E387E723}"/>
              </a:ext>
            </a:extLst>
          </p:cNvPr>
          <p:cNvSpPr/>
          <p:nvPr userDrawn="1"/>
        </p:nvSpPr>
        <p:spPr bwMode="auto">
          <a:xfrm>
            <a:off x="0" y="0"/>
            <a:ext cx="12192000" cy="6097588"/>
          </a:xfrm>
          <a:prstGeom prst="rect">
            <a:avLst/>
          </a:prstGeom>
          <a:solidFill>
            <a:srgbClr val="E5F6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marL="0" marR="0" indent="0" algn="l" defTabSz="457109" rtl="0" eaLnBrk="1" fontAlgn="base" latinLnBrk="0" hangingPunct="1">
              <a:lnSpc>
                <a:spcPct val="100000"/>
              </a:lnSpc>
              <a:spcBef>
                <a:spcPct val="0"/>
              </a:spcBef>
              <a:spcAft>
                <a:spcPct val="0"/>
              </a:spcAft>
              <a:buClrTx/>
              <a:buSzTx/>
              <a:buFont typeface="IBM Plex Sans Light"/>
              <a:buNone/>
              <a:tabLst/>
            </a:pPr>
            <a:endParaRPr kumimoji="0" lang="en-US" sz="700" b="0" i="0" u="none" strike="noStrike" cap="none" normalizeH="0" baseline="0">
              <a:ln>
                <a:noFill/>
              </a:ln>
              <a:solidFill>
                <a:schemeClr val="bg1"/>
              </a:solidFill>
              <a:effectLst/>
              <a:latin typeface="+mn-lt"/>
            </a:endParaRPr>
          </a:p>
        </p:txBody>
      </p:sp>
      <p:pic>
        <p:nvPicPr>
          <p:cNvPr id="7" name="Picture 6" descr="IBM 8-bar logo">
            <a:extLst>
              <a:ext uri="{FF2B5EF4-FFF2-40B4-BE49-F238E27FC236}">
                <a16:creationId xmlns:a16="http://schemas.microsoft.com/office/drawing/2014/main" id="{B4B109D8-FCAE-74D0-0B39-85BF626C84C5}"/>
              </a:ext>
            </a:extLst>
          </p:cNvPr>
          <p:cNvPicPr>
            <a:picLocks noChangeAspect="1"/>
          </p:cNvPicPr>
          <p:nvPr userDrawn="1"/>
        </p:nvPicPr>
        <p:blipFill>
          <a:blip r:embed="rId2"/>
          <a:stretch>
            <a:fillRect/>
          </a:stretch>
        </p:blipFill>
        <p:spPr>
          <a:xfrm>
            <a:off x="11185445" y="6288882"/>
            <a:ext cx="769062" cy="286200"/>
          </a:xfrm>
          <a:prstGeom prst="rect">
            <a:avLst/>
          </a:prstGeom>
        </p:spPr>
      </p:pic>
      <p:sp>
        <p:nvSpPr>
          <p:cNvPr id="8" name="Text Placeholder 6">
            <a:extLst>
              <a:ext uri="{FF2B5EF4-FFF2-40B4-BE49-F238E27FC236}">
                <a16:creationId xmlns:a16="http://schemas.microsoft.com/office/drawing/2014/main" id="{A9FACBA3-656A-1C9D-A350-7759736DCC4B}"/>
              </a:ext>
            </a:extLst>
          </p:cNvPr>
          <p:cNvSpPr>
            <a:spLocks noGrp="1"/>
          </p:cNvSpPr>
          <p:nvPr>
            <p:ph type="body" sz="quarter" idx="12"/>
          </p:nvPr>
        </p:nvSpPr>
        <p:spPr>
          <a:xfrm>
            <a:off x="287963" y="6083300"/>
            <a:ext cx="2470906" cy="537147"/>
          </a:xfrm>
        </p:spPr>
        <p:txBody>
          <a:bodyPr anchor="b"/>
          <a:lstStyle>
            <a:lvl1pPr>
              <a:lnSpc>
                <a:spcPct val="110000"/>
              </a:lnSpc>
              <a:spcBef>
                <a:spcPts val="0"/>
              </a:spcBef>
              <a:defRPr sz="1200">
                <a:solidFill>
                  <a:schemeClr val="tx1"/>
                </a:solidFill>
              </a:defRPr>
            </a:lvl1pPr>
            <a:lvl2pPr marL="127990" indent="-127990">
              <a:lnSpc>
                <a:spcPct val="110000"/>
              </a:lnSpc>
              <a:spcBef>
                <a:spcPts val="0"/>
              </a:spcBef>
              <a:defRPr sz="1200">
                <a:solidFill>
                  <a:schemeClr val="tx1"/>
                </a:solidFill>
              </a:defRPr>
            </a:lvl2pPr>
            <a:lvl3pPr marL="255981" indent="-127990">
              <a:lnSpc>
                <a:spcPct val="110000"/>
              </a:lnSpc>
              <a:spcBef>
                <a:spcPts val="0"/>
              </a:spcBef>
              <a:defRPr sz="1200">
                <a:solidFill>
                  <a:schemeClr val="tx1"/>
                </a:solidFill>
              </a:defRPr>
            </a:lvl3pPr>
            <a:lvl4pPr marL="383971" indent="-127990">
              <a:lnSpc>
                <a:spcPct val="110000"/>
              </a:lnSpc>
              <a:spcBef>
                <a:spcPts val="0"/>
              </a:spcBef>
              <a:defRPr sz="12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5">
            <a:extLst>
              <a:ext uri="{FF2B5EF4-FFF2-40B4-BE49-F238E27FC236}">
                <a16:creationId xmlns:a16="http://schemas.microsoft.com/office/drawing/2014/main" id="{FA47F09F-F9D8-7B01-E53E-EE9451C6A6EB}"/>
              </a:ext>
            </a:extLst>
          </p:cNvPr>
          <p:cNvSpPr>
            <a:spLocks noGrp="1"/>
          </p:cNvSpPr>
          <p:nvPr>
            <p:ph type="body" sz="quarter" idx="13"/>
          </p:nvPr>
        </p:nvSpPr>
        <p:spPr>
          <a:xfrm>
            <a:off x="3335316" y="6083300"/>
            <a:ext cx="2473384" cy="538507"/>
          </a:xfrm>
        </p:spPr>
        <p:txBody>
          <a:bodyPr anchor="b"/>
          <a:lstStyle>
            <a:lvl1pPr>
              <a:lnSpc>
                <a:spcPct val="110000"/>
              </a:lnSpc>
              <a:spcBef>
                <a:spcPts val="0"/>
              </a:spcBef>
              <a:defRPr sz="1200">
                <a:solidFill>
                  <a:schemeClr val="tx1"/>
                </a:solidFill>
              </a:defRPr>
            </a:lvl1pPr>
            <a:lvl2pPr marL="127990" indent="-127990">
              <a:lnSpc>
                <a:spcPct val="110000"/>
              </a:lnSpc>
              <a:spcBef>
                <a:spcPts val="0"/>
              </a:spcBef>
              <a:defRPr sz="1200">
                <a:solidFill>
                  <a:schemeClr val="tx1"/>
                </a:solidFill>
              </a:defRPr>
            </a:lvl2pPr>
            <a:lvl3pPr marL="255981" indent="-127990">
              <a:lnSpc>
                <a:spcPct val="110000"/>
              </a:lnSpc>
              <a:spcBef>
                <a:spcPts val="0"/>
              </a:spcBef>
              <a:defRPr sz="1200">
                <a:solidFill>
                  <a:schemeClr val="tx1"/>
                </a:solidFill>
              </a:defRPr>
            </a:lvl3pPr>
            <a:lvl4pPr marL="383971" indent="-127990">
              <a:lnSpc>
                <a:spcPct val="110000"/>
              </a:lnSpc>
              <a:spcBef>
                <a:spcPts val="0"/>
              </a:spcBef>
              <a:defRPr sz="12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itle 1">
            <a:extLst>
              <a:ext uri="{FF2B5EF4-FFF2-40B4-BE49-F238E27FC236}">
                <a16:creationId xmlns:a16="http://schemas.microsoft.com/office/drawing/2014/main" id="{B8FFB679-F0FF-1DD1-8243-9D4ADEF3889F}"/>
              </a:ext>
            </a:extLst>
          </p:cNvPr>
          <p:cNvSpPr>
            <a:spLocks noGrp="1"/>
          </p:cNvSpPr>
          <p:nvPr>
            <p:ph type="title"/>
          </p:nvPr>
        </p:nvSpPr>
        <p:spPr>
          <a:xfrm>
            <a:off x="287963" y="155575"/>
            <a:ext cx="5049878" cy="3654425"/>
          </a:xfrm>
        </p:spPr>
        <p:txBody>
          <a:bodyPr/>
          <a:lstStyle>
            <a:lvl1pPr>
              <a:lnSpc>
                <a:spcPct val="100000"/>
              </a:lnSpc>
              <a:defRPr sz="4199">
                <a:solidFill>
                  <a:schemeClr val="tx2"/>
                </a:solidFill>
              </a:defRPr>
            </a:lvl1pPr>
          </a:lstStyle>
          <a:p>
            <a:r>
              <a:rPr lang="en-US"/>
              <a:t>Click to edit Master title style</a:t>
            </a:r>
          </a:p>
        </p:txBody>
      </p:sp>
    </p:spTree>
    <p:extLst>
      <p:ext uri="{BB962C8B-B14F-4D97-AF65-F5344CB8AC3E}">
        <p14:creationId xmlns:p14="http://schemas.microsoft.com/office/powerpoint/2010/main" val="731101130"/>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ver, plain">
    <p:bg>
      <p:bgPr>
        <a:solidFill>
          <a:schemeClr val="bg1"/>
        </a:solidFill>
        <a:effectLst/>
      </p:bgPr>
    </p:bg>
    <p:spTree>
      <p:nvGrpSpPr>
        <p:cNvPr id="1" name=""/>
        <p:cNvGrpSpPr/>
        <p:nvPr/>
      </p:nvGrpSpPr>
      <p:grpSpPr>
        <a:xfrm>
          <a:off x="0" y="0"/>
          <a:ext cx="0" cy="0"/>
          <a:chOff x="0" y="0"/>
          <a:chExt cx="0" cy="0"/>
        </a:xfrm>
      </p:grpSpPr>
      <p:pic>
        <p:nvPicPr>
          <p:cNvPr id="4" name="Picture 3" descr="IBM 8-bar logo">
            <a:extLst>
              <a:ext uri="{FF2B5EF4-FFF2-40B4-BE49-F238E27FC236}">
                <a16:creationId xmlns:a16="http://schemas.microsoft.com/office/drawing/2014/main" id="{E4F73B63-FCC7-DAFC-5E97-E0D29B2DBF2C}"/>
              </a:ext>
            </a:extLst>
          </p:cNvPr>
          <p:cNvPicPr>
            <a:picLocks noChangeAspect="1"/>
          </p:cNvPicPr>
          <p:nvPr userDrawn="1"/>
        </p:nvPicPr>
        <p:blipFill>
          <a:blip r:embed="rId2"/>
          <a:stretch>
            <a:fillRect/>
          </a:stretch>
        </p:blipFill>
        <p:spPr>
          <a:xfrm>
            <a:off x="11185445" y="6288882"/>
            <a:ext cx="769062" cy="286200"/>
          </a:xfrm>
          <a:prstGeom prst="rect">
            <a:avLst/>
          </a:prstGeom>
        </p:spPr>
      </p:pic>
      <p:sp>
        <p:nvSpPr>
          <p:cNvPr id="8" name="Title 1">
            <a:extLst>
              <a:ext uri="{FF2B5EF4-FFF2-40B4-BE49-F238E27FC236}">
                <a16:creationId xmlns:a16="http://schemas.microsoft.com/office/drawing/2014/main" id="{31EEBBCD-6628-78CD-1209-20B2834A647D}"/>
              </a:ext>
            </a:extLst>
          </p:cNvPr>
          <p:cNvSpPr>
            <a:spLocks noGrp="1"/>
          </p:cNvSpPr>
          <p:nvPr>
            <p:ph type="title"/>
          </p:nvPr>
        </p:nvSpPr>
        <p:spPr>
          <a:xfrm>
            <a:off x="287963" y="155575"/>
            <a:ext cx="5049878" cy="5178425"/>
          </a:xfrm>
        </p:spPr>
        <p:txBody>
          <a:bodyPr/>
          <a:lstStyle>
            <a:lvl1pPr>
              <a:lnSpc>
                <a:spcPct val="100000"/>
              </a:lnSpc>
              <a:defRPr sz="4199">
                <a:solidFill>
                  <a:schemeClr val="tx2"/>
                </a:solidFill>
              </a:defRPr>
            </a:lvl1pPr>
          </a:lstStyle>
          <a:p>
            <a:r>
              <a:rPr lang="en-US"/>
              <a:t>Click to edit Master title style</a:t>
            </a:r>
          </a:p>
        </p:txBody>
      </p:sp>
    </p:spTree>
    <p:extLst>
      <p:ext uri="{BB962C8B-B14F-4D97-AF65-F5344CB8AC3E}">
        <p14:creationId xmlns:p14="http://schemas.microsoft.com/office/powerpoint/2010/main" val="2178751609"/>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ver, plain, label">
    <p:bg>
      <p:bgPr>
        <a:solidFill>
          <a:schemeClr val="bg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F3A2629C-3C99-5809-3D6C-46ACEB922F7C}"/>
              </a:ext>
            </a:extLst>
          </p:cNvPr>
          <p:cNvSpPr>
            <a:spLocks noGrp="1"/>
          </p:cNvSpPr>
          <p:nvPr>
            <p:ph type="body" sz="quarter" idx="10"/>
          </p:nvPr>
        </p:nvSpPr>
        <p:spPr>
          <a:xfrm>
            <a:off x="287963" y="6239574"/>
            <a:ext cx="5518504" cy="381000"/>
          </a:xfrm>
        </p:spPr>
        <p:txBody>
          <a:bodyPr anchor="b"/>
          <a:lstStyle>
            <a:lvl1pPr>
              <a:lnSpc>
                <a:spcPct val="110000"/>
              </a:lnSpc>
              <a:spcBef>
                <a:spcPts val="0"/>
              </a:spcBef>
              <a:defRPr sz="1400">
                <a:solidFill>
                  <a:schemeClr val="tx1"/>
                </a:solidFill>
              </a:defRPr>
            </a:lvl1pPr>
          </a:lstStyle>
          <a:p>
            <a:pPr lvl="0"/>
            <a:r>
              <a:rPr lang="en-US"/>
              <a:t>Click to edit Master text styles</a:t>
            </a:r>
          </a:p>
        </p:txBody>
      </p:sp>
      <p:pic>
        <p:nvPicPr>
          <p:cNvPr id="4" name="Picture 3" descr="IBM 8-bar logo">
            <a:extLst>
              <a:ext uri="{FF2B5EF4-FFF2-40B4-BE49-F238E27FC236}">
                <a16:creationId xmlns:a16="http://schemas.microsoft.com/office/drawing/2014/main" id="{81A5AEF9-6465-6773-9724-1305F8245375}"/>
              </a:ext>
            </a:extLst>
          </p:cNvPr>
          <p:cNvPicPr>
            <a:picLocks noChangeAspect="1"/>
          </p:cNvPicPr>
          <p:nvPr userDrawn="1"/>
        </p:nvPicPr>
        <p:blipFill>
          <a:blip r:embed="rId2"/>
          <a:stretch>
            <a:fillRect/>
          </a:stretch>
        </p:blipFill>
        <p:spPr>
          <a:xfrm>
            <a:off x="11185445" y="6288882"/>
            <a:ext cx="769062" cy="286200"/>
          </a:xfrm>
          <a:prstGeom prst="rect">
            <a:avLst/>
          </a:prstGeom>
        </p:spPr>
      </p:pic>
      <p:sp>
        <p:nvSpPr>
          <p:cNvPr id="10" name="Title 1">
            <a:extLst>
              <a:ext uri="{FF2B5EF4-FFF2-40B4-BE49-F238E27FC236}">
                <a16:creationId xmlns:a16="http://schemas.microsoft.com/office/drawing/2014/main" id="{D0F40089-D6C5-B905-B7FE-24BFF3580F12}"/>
              </a:ext>
            </a:extLst>
          </p:cNvPr>
          <p:cNvSpPr>
            <a:spLocks noGrp="1"/>
          </p:cNvSpPr>
          <p:nvPr>
            <p:ph type="title"/>
          </p:nvPr>
        </p:nvSpPr>
        <p:spPr>
          <a:xfrm>
            <a:off x="287963" y="155575"/>
            <a:ext cx="5049878" cy="5178425"/>
          </a:xfrm>
        </p:spPr>
        <p:txBody>
          <a:bodyPr/>
          <a:lstStyle>
            <a:lvl1pPr>
              <a:lnSpc>
                <a:spcPct val="100000"/>
              </a:lnSpc>
              <a:defRPr sz="4199">
                <a:solidFill>
                  <a:schemeClr val="tx2"/>
                </a:solidFill>
              </a:defRPr>
            </a:lvl1pPr>
          </a:lstStyle>
          <a:p>
            <a:r>
              <a:rPr lang="en-US"/>
              <a:t>Click to edit Master title style</a:t>
            </a:r>
          </a:p>
        </p:txBody>
      </p:sp>
    </p:spTree>
    <p:extLst>
      <p:ext uri="{BB962C8B-B14F-4D97-AF65-F5344CB8AC3E}">
        <p14:creationId xmlns:p14="http://schemas.microsoft.com/office/powerpoint/2010/main" val="2321033406"/>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ver, imagery, half ">
    <p:bg>
      <p:bgPr>
        <a:solidFill>
          <a:schemeClr val="bg1"/>
        </a:solidFill>
        <a:effectLst/>
      </p:bgPr>
    </p:bg>
    <p:spTree>
      <p:nvGrpSpPr>
        <p:cNvPr id="1" name=""/>
        <p:cNvGrpSpPr/>
        <p:nvPr/>
      </p:nvGrpSpPr>
      <p:grpSpPr>
        <a:xfrm>
          <a:off x="0" y="0"/>
          <a:ext cx="0" cy="0"/>
          <a:chOff x="0" y="0"/>
          <a:chExt cx="0" cy="0"/>
        </a:xfrm>
      </p:grpSpPr>
      <p:sp>
        <p:nvSpPr>
          <p:cNvPr id="7" name="Picture Placeholder 6" descr="Place imagery here">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6380919" y="285750"/>
            <a:ext cx="5520847" cy="6289332"/>
          </a:xfrm>
          <a:solidFill>
            <a:srgbClr val="E0E0E0"/>
          </a:solidFill>
        </p:spPr>
        <p:txBody>
          <a:bodyPr anchor="ctr"/>
          <a:lstStyle>
            <a:lvl1pPr algn="ctr">
              <a:defRPr>
                <a:solidFill>
                  <a:schemeClr val="accent5"/>
                </a:solidFill>
              </a:defRPr>
            </a:lvl1pPr>
          </a:lstStyle>
          <a:p>
            <a:r>
              <a:rPr lang="en-US"/>
              <a:t>Place imagery here</a:t>
            </a:r>
          </a:p>
        </p:txBody>
      </p:sp>
      <p:pic>
        <p:nvPicPr>
          <p:cNvPr id="3" name="Picture 2" descr="IBM 8-bar logo">
            <a:extLst>
              <a:ext uri="{FF2B5EF4-FFF2-40B4-BE49-F238E27FC236}">
                <a16:creationId xmlns:a16="http://schemas.microsoft.com/office/drawing/2014/main" id="{5C99EA1F-50F2-8D44-9784-4C9D55555354}"/>
              </a:ext>
            </a:extLst>
          </p:cNvPr>
          <p:cNvPicPr>
            <a:picLocks noChangeAspect="1"/>
          </p:cNvPicPr>
          <p:nvPr userDrawn="1"/>
        </p:nvPicPr>
        <p:blipFill>
          <a:blip r:embed="rId2"/>
          <a:stretch>
            <a:fillRect/>
          </a:stretch>
        </p:blipFill>
        <p:spPr>
          <a:xfrm>
            <a:off x="290006" y="6288882"/>
            <a:ext cx="769062" cy="286200"/>
          </a:xfrm>
          <a:prstGeom prst="rect">
            <a:avLst/>
          </a:prstGeom>
        </p:spPr>
      </p:pic>
      <p:sp>
        <p:nvSpPr>
          <p:cNvPr id="6" name="Title 1">
            <a:extLst>
              <a:ext uri="{FF2B5EF4-FFF2-40B4-BE49-F238E27FC236}">
                <a16:creationId xmlns:a16="http://schemas.microsoft.com/office/drawing/2014/main" id="{EC22CE22-4A72-C394-2534-3F9CEE594205}"/>
              </a:ext>
            </a:extLst>
          </p:cNvPr>
          <p:cNvSpPr>
            <a:spLocks noGrp="1"/>
          </p:cNvSpPr>
          <p:nvPr>
            <p:ph type="title"/>
          </p:nvPr>
        </p:nvSpPr>
        <p:spPr>
          <a:xfrm>
            <a:off x="287963" y="155575"/>
            <a:ext cx="5049878" cy="5178425"/>
          </a:xfrm>
        </p:spPr>
        <p:txBody>
          <a:bodyPr/>
          <a:lstStyle>
            <a:lvl1pPr>
              <a:lnSpc>
                <a:spcPct val="100000"/>
              </a:lnSpc>
              <a:defRPr sz="4199">
                <a:solidFill>
                  <a:schemeClr val="tx2"/>
                </a:solidFill>
              </a:defRPr>
            </a:lvl1pPr>
          </a:lstStyle>
          <a:p>
            <a:r>
              <a:rPr lang="en-US"/>
              <a:t>Click to edit Master title style</a:t>
            </a:r>
          </a:p>
        </p:txBody>
      </p:sp>
    </p:spTree>
    <p:extLst>
      <p:ext uri="{BB962C8B-B14F-4D97-AF65-F5344CB8AC3E}">
        <p14:creationId xmlns:p14="http://schemas.microsoft.com/office/powerpoint/2010/main" val="1468303545"/>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ver, imagery, half, label">
    <p:bg>
      <p:bgPr>
        <a:solidFill>
          <a:schemeClr val="bg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276E74B7-8F2A-46A5-97C4-76677246CFAF}"/>
              </a:ext>
            </a:extLst>
          </p:cNvPr>
          <p:cNvSpPr>
            <a:spLocks noGrp="1"/>
          </p:cNvSpPr>
          <p:nvPr>
            <p:ph type="body" sz="quarter" idx="11"/>
          </p:nvPr>
        </p:nvSpPr>
        <p:spPr>
          <a:xfrm>
            <a:off x="287963" y="288036"/>
            <a:ext cx="5049180" cy="285750"/>
          </a:xfrm>
        </p:spPr>
        <p:txBody>
          <a:bodyPr/>
          <a:lstStyle>
            <a:lvl1pPr>
              <a:spcBef>
                <a:spcPts val="0"/>
              </a:spcBef>
              <a:defRPr sz="1400">
                <a:solidFill>
                  <a:schemeClr val="tx2"/>
                </a:solidFill>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Click to edit Master text styles</a:t>
            </a:r>
          </a:p>
        </p:txBody>
      </p:sp>
      <p:sp>
        <p:nvSpPr>
          <p:cNvPr id="2" name="Title 1">
            <a:extLst>
              <a:ext uri="{FF2B5EF4-FFF2-40B4-BE49-F238E27FC236}">
                <a16:creationId xmlns:a16="http://schemas.microsoft.com/office/drawing/2014/main" id="{413A412C-EE28-6248-612D-41BAAD7F005C}"/>
              </a:ext>
            </a:extLst>
          </p:cNvPr>
          <p:cNvSpPr>
            <a:spLocks noGrp="1"/>
          </p:cNvSpPr>
          <p:nvPr>
            <p:ph type="title"/>
          </p:nvPr>
        </p:nvSpPr>
        <p:spPr>
          <a:xfrm>
            <a:off x="287963" y="756000"/>
            <a:ext cx="5049180" cy="4573588"/>
          </a:xfrm>
        </p:spPr>
        <p:txBody>
          <a:bodyPr/>
          <a:lstStyle>
            <a:lvl1pPr>
              <a:lnSpc>
                <a:spcPct val="100000"/>
              </a:lnSpc>
              <a:defRPr sz="4199">
                <a:solidFill>
                  <a:schemeClr val="tx2"/>
                </a:solidFill>
              </a:defRPr>
            </a:lvl1pPr>
          </a:lstStyle>
          <a:p>
            <a:r>
              <a:rPr lang="en-US"/>
              <a:t>Click to edit Master title style</a:t>
            </a:r>
          </a:p>
        </p:txBody>
      </p:sp>
      <p:pic>
        <p:nvPicPr>
          <p:cNvPr id="3" name="Picture 2" descr="IBM 8-bar logo">
            <a:extLst>
              <a:ext uri="{FF2B5EF4-FFF2-40B4-BE49-F238E27FC236}">
                <a16:creationId xmlns:a16="http://schemas.microsoft.com/office/drawing/2014/main" id="{0A3BE97F-BB78-DA67-3A9B-B2FBFA0DFC6D}"/>
              </a:ext>
            </a:extLst>
          </p:cNvPr>
          <p:cNvPicPr>
            <a:picLocks noChangeAspect="1"/>
          </p:cNvPicPr>
          <p:nvPr userDrawn="1"/>
        </p:nvPicPr>
        <p:blipFill>
          <a:blip r:embed="rId2"/>
          <a:stretch>
            <a:fillRect/>
          </a:stretch>
        </p:blipFill>
        <p:spPr>
          <a:xfrm>
            <a:off x="290006" y="6288882"/>
            <a:ext cx="769062" cy="286200"/>
          </a:xfrm>
          <a:prstGeom prst="rect">
            <a:avLst/>
          </a:prstGeom>
        </p:spPr>
      </p:pic>
      <p:sp>
        <p:nvSpPr>
          <p:cNvPr id="6" name="Picture Placeholder 6" descr="Place imagery here">
            <a:extLst>
              <a:ext uri="{FF2B5EF4-FFF2-40B4-BE49-F238E27FC236}">
                <a16:creationId xmlns:a16="http://schemas.microsoft.com/office/drawing/2014/main" id="{54AE768F-E6B1-F789-5E61-E59B3DBA779A}"/>
              </a:ext>
            </a:extLst>
          </p:cNvPr>
          <p:cNvSpPr>
            <a:spLocks noGrp="1"/>
          </p:cNvSpPr>
          <p:nvPr>
            <p:ph type="pic" sz="quarter" idx="12" hasCustomPrompt="1"/>
          </p:nvPr>
        </p:nvSpPr>
        <p:spPr>
          <a:xfrm>
            <a:off x="6380919" y="284957"/>
            <a:ext cx="5520847" cy="6290125"/>
          </a:xfrm>
          <a:solidFill>
            <a:srgbClr val="E0E0E0"/>
          </a:solidFill>
        </p:spPr>
        <p:txBody>
          <a:bodyPr anchor="ctr"/>
          <a:lstStyle>
            <a:lvl1pPr algn="ctr">
              <a:defRPr>
                <a:solidFill>
                  <a:schemeClr val="accent5"/>
                </a:solidFill>
              </a:defRPr>
            </a:lvl1pPr>
          </a:lstStyle>
          <a:p>
            <a:r>
              <a:rPr lang="en-US"/>
              <a:t>Place imagery here</a:t>
            </a:r>
          </a:p>
        </p:txBody>
      </p:sp>
    </p:spTree>
    <p:extLst>
      <p:ext uri="{BB962C8B-B14F-4D97-AF65-F5344CB8AC3E}">
        <p14:creationId xmlns:p14="http://schemas.microsoft.com/office/powerpoint/2010/main" val="1013149528"/>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63" y="192024"/>
            <a:ext cx="2470717" cy="2105025"/>
          </a:xfrm>
        </p:spPr>
        <p:txBody>
          <a:bodyPr/>
          <a:lstStyle>
            <a:lvl1pPr>
              <a:lnSpc>
                <a:spcPct val="100000"/>
              </a:lnSpc>
              <a:defRPr sz="3399">
                <a:solidFill>
                  <a:schemeClr val="tx2"/>
                </a:solidFill>
              </a:defRPr>
            </a:lvl1pPr>
          </a:lstStyle>
          <a:p>
            <a:r>
              <a:rPr lang="en-US"/>
              <a:t>Click to edit Master title style</a:t>
            </a:r>
          </a:p>
        </p:txBody>
      </p:sp>
      <p:sp>
        <p:nvSpPr>
          <p:cNvPr id="7" name="Text Placeholder 6">
            <a:extLst>
              <a:ext uri="{FF2B5EF4-FFF2-40B4-BE49-F238E27FC236}">
                <a16:creationId xmlns:a16="http://schemas.microsoft.com/office/drawing/2014/main" id="{675443B4-0187-FC99-0FDE-8EB191B6CEF4}"/>
              </a:ext>
            </a:extLst>
          </p:cNvPr>
          <p:cNvSpPr>
            <a:spLocks noGrp="1"/>
          </p:cNvSpPr>
          <p:nvPr>
            <p:ph type="body" sz="quarter" idx="10"/>
          </p:nvPr>
        </p:nvSpPr>
        <p:spPr>
          <a:xfrm>
            <a:off x="6382506" y="287338"/>
            <a:ext cx="2476178" cy="5808659"/>
          </a:xfrm>
        </p:spPr>
        <p:txBody>
          <a:bodyPr/>
          <a:lstStyle>
            <a:lvl1pPr defTabSz="580528">
              <a:spcBef>
                <a:spcPts val="0"/>
              </a:spcBef>
              <a:defRPr>
                <a:solidFill>
                  <a:schemeClr val="tx1"/>
                </a:solidFill>
              </a:defRPr>
            </a:lvl1pPr>
            <a:lvl2pPr defTabSz="580528">
              <a:spcBef>
                <a:spcPts val="0"/>
              </a:spcBef>
              <a:defRPr>
                <a:solidFill>
                  <a:schemeClr val="tx1"/>
                </a:solidFill>
              </a:defRPr>
            </a:lvl2pPr>
            <a:lvl3pPr defTabSz="580528">
              <a:spcBef>
                <a:spcPts val="0"/>
              </a:spcBef>
              <a:defRPr>
                <a:solidFill>
                  <a:schemeClr val="tx1"/>
                </a:solidFill>
              </a:defRPr>
            </a:lvl3pPr>
            <a:lvl4pPr defTabSz="580528">
              <a:spcBef>
                <a:spcPts val="0"/>
              </a:spcBef>
              <a:defRPr>
                <a:solidFill>
                  <a:schemeClr val="tx1"/>
                </a:solidFill>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5A647AD3-098B-D1AB-C8D8-463E38402F94}"/>
              </a:ext>
            </a:extLst>
          </p:cNvPr>
          <p:cNvSpPr>
            <a:spLocks noGrp="1"/>
          </p:cNvSpPr>
          <p:nvPr>
            <p:ph type="body" sz="quarter" idx="11"/>
          </p:nvPr>
        </p:nvSpPr>
        <p:spPr>
          <a:xfrm>
            <a:off x="9430110" y="287337"/>
            <a:ext cx="2470622" cy="5810250"/>
          </a:xfrm>
        </p:spPr>
        <p:txBody>
          <a:bodyPr/>
          <a:lstStyle>
            <a:lvl1pPr defTabSz="580528">
              <a:spcBef>
                <a:spcPts val="0"/>
              </a:spcBef>
              <a:defRPr>
                <a:solidFill>
                  <a:schemeClr val="tx1"/>
                </a:solidFill>
              </a:defRPr>
            </a:lvl1pPr>
            <a:lvl2pPr defTabSz="580528">
              <a:spcBef>
                <a:spcPts val="0"/>
              </a:spcBef>
              <a:defRPr>
                <a:solidFill>
                  <a:schemeClr val="tx1"/>
                </a:solidFill>
              </a:defRPr>
            </a:lvl2pPr>
            <a:lvl3pPr defTabSz="580528">
              <a:spcBef>
                <a:spcPts val="0"/>
              </a:spcBef>
              <a:defRPr>
                <a:solidFill>
                  <a:schemeClr val="tx1"/>
                </a:solidFill>
              </a:defRPr>
            </a:lvl3pPr>
            <a:lvl4pPr defTabSz="580528">
              <a:spcBef>
                <a:spcPts val="0"/>
              </a:spcBef>
              <a:defRPr>
                <a:solidFill>
                  <a:schemeClr val="tx1"/>
                </a:solidFill>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Footer Placeholder 3">
            <a:extLst>
              <a:ext uri="{FF2B5EF4-FFF2-40B4-BE49-F238E27FC236}">
                <a16:creationId xmlns:a16="http://schemas.microsoft.com/office/drawing/2014/main" id="{028AA764-A00C-AFFF-7F3F-49A733DCD474}"/>
              </a:ext>
            </a:extLst>
          </p:cNvPr>
          <p:cNvSpPr>
            <a:spLocks noGrp="1"/>
          </p:cNvSpPr>
          <p:nvPr>
            <p:ph type="ftr" sz="quarter" idx="18"/>
          </p:nvPr>
        </p:nvSpPr>
        <p:spPr>
          <a:xfrm>
            <a:off x="287963" y="6408000"/>
            <a:ext cx="2477765" cy="190500"/>
          </a:xfrm>
        </p:spPr>
        <p:txBody>
          <a:bodyPr/>
          <a:lstStyle/>
          <a:p>
            <a:endParaRPr lang="en-US"/>
          </a:p>
        </p:txBody>
      </p:sp>
      <p:sp>
        <p:nvSpPr>
          <p:cNvPr id="4" name="Slide Number">
            <a:extLst>
              <a:ext uri="{FF2B5EF4-FFF2-40B4-BE49-F238E27FC236}">
                <a16:creationId xmlns:a16="http://schemas.microsoft.com/office/drawing/2014/main" id="{D5D1D2A7-CF30-5698-14FC-F71CB82D5BCC}"/>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649253186"/>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tio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63" y="192024"/>
            <a:ext cx="5517527" cy="1331913"/>
          </a:xfrm>
        </p:spPr>
        <p:txBody>
          <a:bodyPr rIns="457200"/>
          <a:lstStyle>
            <a:lvl1pPr>
              <a:lnSpc>
                <a:spcPct val="100000"/>
              </a:lnSpc>
              <a:defRPr sz="3399">
                <a:solidFill>
                  <a:schemeClr val="tx2"/>
                </a:solidFill>
              </a:defRPr>
            </a:lvl1pPr>
          </a:lstStyle>
          <a:p>
            <a:r>
              <a:rPr lang="en-US"/>
              <a:t>Click to edit Master title style</a:t>
            </a:r>
          </a:p>
        </p:txBody>
      </p:sp>
      <p:sp>
        <p:nvSpPr>
          <p:cNvPr id="3" name="Footer Placeholder 3">
            <a:extLst>
              <a:ext uri="{FF2B5EF4-FFF2-40B4-BE49-F238E27FC236}">
                <a16:creationId xmlns:a16="http://schemas.microsoft.com/office/drawing/2014/main" id="{42F412B5-726F-373A-86F7-2FBA60F14014}"/>
              </a:ext>
            </a:extLst>
          </p:cNvPr>
          <p:cNvSpPr>
            <a:spLocks noGrp="1"/>
          </p:cNvSpPr>
          <p:nvPr>
            <p:ph type="ftr" sz="quarter" idx="18"/>
          </p:nvPr>
        </p:nvSpPr>
        <p:spPr>
          <a:xfrm>
            <a:off x="287963" y="6408000"/>
            <a:ext cx="2477765" cy="190500"/>
          </a:xfrm>
        </p:spPr>
        <p:txBody>
          <a:bodyPr/>
          <a:lstStyle/>
          <a:p>
            <a:endParaRPr lang="en-US"/>
          </a:p>
        </p:txBody>
      </p:sp>
      <p:sp>
        <p:nvSpPr>
          <p:cNvPr id="6" name="Slide Number">
            <a:extLst>
              <a:ext uri="{FF2B5EF4-FFF2-40B4-BE49-F238E27FC236}">
                <a16:creationId xmlns:a16="http://schemas.microsoft.com/office/drawing/2014/main" id="{6E2B1415-A9D9-645B-4DF0-7D16976DF727}"/>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402375671"/>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arge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C7EC0-4BFB-A603-5703-0D692C62692D}"/>
              </a:ext>
            </a:extLst>
          </p:cNvPr>
          <p:cNvSpPr>
            <a:spLocks noGrp="1"/>
          </p:cNvSpPr>
          <p:nvPr>
            <p:ph type="title"/>
          </p:nvPr>
        </p:nvSpPr>
        <p:spPr>
          <a:xfrm>
            <a:off x="287963" y="154800"/>
            <a:ext cx="8569797" cy="4416425"/>
          </a:xfrm>
        </p:spPr>
        <p:txBody>
          <a:bodyPr/>
          <a:lstStyle>
            <a:lvl1pPr>
              <a:defRPr sz="8398" b="0" i="0">
                <a:solidFill>
                  <a:schemeClr val="tx2"/>
                </a:solidFill>
                <a:latin typeface="IBM Plex Sans ExtLt" panose="020B0303050203000203" pitchFamily="34" charset="0"/>
              </a:defRPr>
            </a:lvl1pPr>
          </a:lstStyle>
          <a:p>
            <a:r>
              <a:rPr lang="en-US"/>
              <a:t>Click to edit Master title style</a:t>
            </a:r>
          </a:p>
        </p:txBody>
      </p:sp>
      <p:sp>
        <p:nvSpPr>
          <p:cNvPr id="3" name="Footer Placeholder 3">
            <a:extLst>
              <a:ext uri="{FF2B5EF4-FFF2-40B4-BE49-F238E27FC236}">
                <a16:creationId xmlns:a16="http://schemas.microsoft.com/office/drawing/2014/main" id="{B98A3D4B-A3E1-0D38-F80E-1D86FCFA4DAE}"/>
              </a:ext>
            </a:extLst>
          </p:cNvPr>
          <p:cNvSpPr>
            <a:spLocks noGrp="1"/>
          </p:cNvSpPr>
          <p:nvPr>
            <p:ph type="ftr" sz="quarter" idx="18"/>
          </p:nvPr>
        </p:nvSpPr>
        <p:spPr>
          <a:xfrm>
            <a:off x="287963" y="6408000"/>
            <a:ext cx="2477765" cy="190500"/>
          </a:xfrm>
        </p:spPr>
        <p:txBody>
          <a:bodyPr/>
          <a:lstStyle/>
          <a:p>
            <a:endParaRPr lang="en-US"/>
          </a:p>
        </p:txBody>
      </p:sp>
      <p:sp>
        <p:nvSpPr>
          <p:cNvPr id="6" name="Slide Number">
            <a:extLst>
              <a:ext uri="{FF2B5EF4-FFF2-40B4-BE49-F238E27FC236}">
                <a16:creationId xmlns:a16="http://schemas.microsoft.com/office/drawing/2014/main" id="{3CF46425-C9F2-46CE-AAEE-89D8A19E0F2E}"/>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828654271"/>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allout, headlin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63" y="192024"/>
            <a:ext cx="4953942" cy="2104835"/>
          </a:xfrm>
        </p:spPr>
        <p:txBody>
          <a:bodyPr/>
          <a:lstStyle>
            <a:lvl1pPr>
              <a:lnSpc>
                <a:spcPct val="100000"/>
              </a:lnSpc>
              <a:defRPr sz="3399">
                <a:solidFill>
                  <a:schemeClr val="tx2"/>
                </a:solidFill>
              </a:defRPr>
            </a:lvl1pPr>
          </a:lstStyle>
          <a:p>
            <a:r>
              <a:rPr lang="en-US"/>
              <a:t>Click to edit Master title style</a:t>
            </a:r>
          </a:p>
        </p:txBody>
      </p:sp>
      <p:sp>
        <p:nvSpPr>
          <p:cNvPr id="4" name="Text Placeholder 3">
            <a:extLst>
              <a:ext uri="{FF2B5EF4-FFF2-40B4-BE49-F238E27FC236}">
                <a16:creationId xmlns:a16="http://schemas.microsoft.com/office/drawing/2014/main" id="{0354631A-4ED7-F527-1CBC-9AF7BE2CB676}"/>
              </a:ext>
            </a:extLst>
          </p:cNvPr>
          <p:cNvSpPr>
            <a:spLocks noGrp="1"/>
          </p:cNvSpPr>
          <p:nvPr>
            <p:ph type="body" sz="quarter" idx="10"/>
          </p:nvPr>
        </p:nvSpPr>
        <p:spPr>
          <a:xfrm>
            <a:off x="6389168" y="192024"/>
            <a:ext cx="5520318" cy="4389247"/>
          </a:xfrm>
        </p:spPr>
        <p:txBody>
          <a:bodyPr/>
          <a:lstStyle>
            <a:lvl1pPr>
              <a:lnSpc>
                <a:spcPct val="100000"/>
              </a:lnSpc>
              <a:spcBef>
                <a:spcPts val="0"/>
              </a:spcBef>
              <a:defRPr sz="3399">
                <a:solidFill>
                  <a:schemeClr val="tx2"/>
                </a:solidFill>
              </a:defRPr>
            </a:lvl1pPr>
            <a:lvl2pPr marL="292549" indent="-292549">
              <a:lnSpc>
                <a:spcPct val="100000"/>
              </a:lnSpc>
              <a:spcBef>
                <a:spcPts val="0"/>
              </a:spcBef>
              <a:defRPr sz="3399">
                <a:solidFill>
                  <a:schemeClr val="tx2"/>
                </a:solidFill>
              </a:defRPr>
            </a:lvl2pPr>
            <a:lvl3pPr marL="548530" indent="-292549">
              <a:lnSpc>
                <a:spcPct val="100000"/>
              </a:lnSpc>
              <a:spcBef>
                <a:spcPts val="0"/>
              </a:spcBef>
              <a:defRPr sz="3399">
                <a:solidFill>
                  <a:schemeClr val="tx2"/>
                </a:solidFill>
              </a:defRPr>
            </a:lvl3pPr>
            <a:lvl4pPr marL="877648">
              <a:lnSpc>
                <a:spcPct val="100000"/>
              </a:lnSpc>
              <a:spcBef>
                <a:spcPts val="0"/>
              </a:spcBef>
              <a:defRPr sz="3399">
                <a:solidFill>
                  <a:schemeClr val="tx2"/>
                </a:solidFill>
              </a:defRPr>
            </a:lvl4pPr>
            <a:lvl5pPr>
              <a:lnSpc>
                <a:spcPct val="100000"/>
              </a:lnSpc>
              <a:spcBef>
                <a:spcPts val="0"/>
              </a:spcBef>
              <a:defRPr sz="3199"/>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20FC8337-4A61-6950-CEE5-DDB270D10746}"/>
              </a:ext>
            </a:extLst>
          </p:cNvPr>
          <p:cNvSpPr>
            <a:spLocks noGrp="1"/>
          </p:cNvSpPr>
          <p:nvPr>
            <p:ph type="ftr" sz="quarter" idx="18"/>
          </p:nvPr>
        </p:nvSpPr>
        <p:spPr>
          <a:xfrm>
            <a:off x="287963" y="6408000"/>
            <a:ext cx="2477765" cy="190500"/>
          </a:xfrm>
        </p:spPr>
        <p:txBody>
          <a:bodyPr/>
          <a:lstStyle/>
          <a:p>
            <a:endParaRPr lang="en-US"/>
          </a:p>
        </p:txBody>
      </p:sp>
      <p:sp>
        <p:nvSpPr>
          <p:cNvPr id="7" name="Slide Number">
            <a:extLst>
              <a:ext uri="{FF2B5EF4-FFF2-40B4-BE49-F238E27FC236}">
                <a16:creationId xmlns:a16="http://schemas.microsoft.com/office/drawing/2014/main" id="{F8F57643-D39B-662E-5D14-6D9BFA200F39}"/>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483023515"/>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allout, stand-alone">
    <p:bg>
      <p:bgPr>
        <a:solidFill>
          <a:schemeClr val="bg1"/>
        </a:solidFill>
        <a:effectLst/>
      </p:bgPr>
    </p:bg>
    <p:spTree>
      <p:nvGrpSpPr>
        <p:cNvPr id="1" name=""/>
        <p:cNvGrpSpPr/>
        <p:nvPr/>
      </p:nvGrpSpPr>
      <p:grpSpPr>
        <a:xfrm>
          <a:off x="0" y="0"/>
          <a:ext cx="0" cy="0"/>
          <a:chOff x="0" y="0"/>
          <a:chExt cx="0" cy="0"/>
        </a:xfrm>
      </p:grpSpPr>
      <p:sp>
        <p:nvSpPr>
          <p:cNvPr id="3" name="Footer Placeholder 3">
            <a:extLst>
              <a:ext uri="{FF2B5EF4-FFF2-40B4-BE49-F238E27FC236}">
                <a16:creationId xmlns:a16="http://schemas.microsoft.com/office/drawing/2014/main" id="{949EB6B2-A4A6-F162-D0FE-417694FC70FD}"/>
              </a:ext>
            </a:extLst>
          </p:cNvPr>
          <p:cNvSpPr>
            <a:spLocks noGrp="1"/>
          </p:cNvSpPr>
          <p:nvPr>
            <p:ph type="ftr" sz="quarter" idx="18"/>
          </p:nvPr>
        </p:nvSpPr>
        <p:spPr>
          <a:xfrm>
            <a:off x="287963" y="6408000"/>
            <a:ext cx="2471416" cy="190500"/>
          </a:xfrm>
        </p:spPr>
        <p:txBody>
          <a:bodyPr/>
          <a:lstStyle/>
          <a:p>
            <a:endParaRPr lang="en-US"/>
          </a:p>
        </p:txBody>
      </p:sp>
      <p:sp>
        <p:nvSpPr>
          <p:cNvPr id="6" name="Slide Number">
            <a:extLst>
              <a:ext uri="{FF2B5EF4-FFF2-40B4-BE49-F238E27FC236}">
                <a16:creationId xmlns:a16="http://schemas.microsoft.com/office/drawing/2014/main" id="{4DAC6A96-E5C9-E8BD-2383-926167440939}"/>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9" name="Text Placeholder 8">
            <a:extLst>
              <a:ext uri="{FF2B5EF4-FFF2-40B4-BE49-F238E27FC236}">
                <a16:creationId xmlns:a16="http://schemas.microsoft.com/office/drawing/2014/main" id="{E0CC16BE-B09A-0C84-8A0B-5FE3F85FB19B}"/>
              </a:ext>
            </a:extLst>
          </p:cNvPr>
          <p:cNvSpPr>
            <a:spLocks noGrp="1"/>
          </p:cNvSpPr>
          <p:nvPr>
            <p:ph type="body" sz="quarter" idx="19"/>
          </p:nvPr>
        </p:nvSpPr>
        <p:spPr>
          <a:xfrm>
            <a:off x="287963" y="154800"/>
            <a:ext cx="7323771" cy="5178133"/>
          </a:xfrm>
        </p:spPr>
        <p:txBody>
          <a:bodyPr/>
          <a:lstStyle>
            <a:lvl1pPr>
              <a:lnSpc>
                <a:spcPct val="100000"/>
              </a:lnSpc>
              <a:defRPr sz="4199"/>
            </a:lvl1pPr>
          </a:lstStyle>
          <a:p>
            <a:pPr lvl="0"/>
            <a:r>
              <a:rPr lang="en-US"/>
              <a:t>Click to edit Master text styles</a:t>
            </a:r>
          </a:p>
        </p:txBody>
      </p:sp>
    </p:spTree>
    <p:extLst>
      <p:ext uri="{BB962C8B-B14F-4D97-AF65-F5344CB8AC3E}">
        <p14:creationId xmlns:p14="http://schemas.microsoft.com/office/powerpoint/2010/main" val="374886351"/>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ata, 2 callouts, vertical">
    <p:bg>
      <p:bgPr>
        <a:solidFill>
          <a:schemeClr val="bg1"/>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D5E03B0-C633-E81D-0D42-3FCCAFD64B0F}"/>
              </a:ext>
            </a:extLst>
          </p:cNvPr>
          <p:cNvSpPr>
            <a:spLocks noGrp="1"/>
          </p:cNvSpPr>
          <p:nvPr>
            <p:ph type="body" sz="quarter" idx="12"/>
          </p:nvPr>
        </p:nvSpPr>
        <p:spPr>
          <a:xfrm>
            <a:off x="287963" y="288036"/>
            <a:ext cx="3811091" cy="3521964"/>
          </a:xfrm>
        </p:spPr>
        <p:txBody>
          <a:bodyPr/>
          <a:lstStyle>
            <a:lvl1pPr>
              <a:lnSpc>
                <a:spcPct val="100000"/>
              </a:lnSpc>
              <a:spcBef>
                <a:spcPts val="0"/>
              </a:spcBef>
              <a:defRPr sz="2100">
                <a:solidFill>
                  <a:schemeClr val="tx1"/>
                </a:solidFill>
              </a:defRPr>
            </a:lvl1pPr>
            <a:lvl2pPr marL="201128" indent="-201128">
              <a:lnSpc>
                <a:spcPct val="100000"/>
              </a:lnSpc>
              <a:spcBef>
                <a:spcPts val="0"/>
              </a:spcBef>
              <a:defRPr sz="2100">
                <a:solidFill>
                  <a:schemeClr val="tx1"/>
                </a:solidFill>
              </a:defRPr>
            </a:lvl2pPr>
            <a:lvl3pPr marL="402256" indent="-201128">
              <a:lnSpc>
                <a:spcPct val="100000"/>
              </a:lnSpc>
              <a:spcBef>
                <a:spcPts val="0"/>
              </a:spcBef>
              <a:defRPr sz="2100">
                <a:solidFill>
                  <a:schemeClr val="tx1"/>
                </a:solidFill>
              </a:defRPr>
            </a:lvl3pPr>
            <a:lvl4pPr marL="557672" indent="-201128">
              <a:lnSpc>
                <a:spcPct val="100000"/>
              </a:lnSpc>
              <a:spcBef>
                <a:spcPts val="0"/>
              </a:spcBef>
              <a:defRPr sz="2100">
                <a:solidFill>
                  <a:schemeClr val="tx1"/>
                </a:solidFill>
              </a:defRPr>
            </a:lvl4pPr>
            <a:lvl5pPr>
              <a:lnSpc>
                <a:spcPct val="100000"/>
              </a:lnSpc>
              <a:spcBef>
                <a:spcPts val="0"/>
              </a:spcBef>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DB20D7FD-6784-59C5-938D-4728A153F52B}"/>
              </a:ext>
            </a:extLst>
          </p:cNvPr>
          <p:cNvSpPr>
            <a:spLocks noGrp="1"/>
          </p:cNvSpPr>
          <p:nvPr>
            <p:ph type="body" sz="quarter" idx="13" hasCustomPrompt="1"/>
          </p:nvPr>
        </p:nvSpPr>
        <p:spPr>
          <a:xfrm>
            <a:off x="287962" y="4814111"/>
            <a:ext cx="5524575" cy="1676533"/>
          </a:xfrm>
        </p:spPr>
        <p:txBody>
          <a:bodyPr anchor="b"/>
          <a:lstStyle>
            <a:lvl1pPr>
              <a:lnSpc>
                <a:spcPct val="90000"/>
              </a:lnSpc>
              <a:spcBef>
                <a:spcPts val="0"/>
              </a:spcBef>
              <a:defRPr sz="12597" b="0" i="0">
                <a:solidFill>
                  <a:schemeClr val="accent1"/>
                </a:solidFill>
                <a:latin typeface="IBM Plex Sans ExtLt" panose="020B0303050203000203" pitchFamily="34" charset="0"/>
              </a:defRPr>
            </a:lvl1pPr>
          </a:lstStyle>
          <a:p>
            <a:r>
              <a:rPr lang="en-US"/>
              <a:t>↗︎00M</a:t>
            </a:r>
          </a:p>
        </p:txBody>
      </p:sp>
      <p:cxnSp>
        <p:nvCxnSpPr>
          <p:cNvPr id="9" name="Straight Connector 8" descr="Vertical column divider">
            <a:extLst>
              <a:ext uri="{FF2B5EF4-FFF2-40B4-BE49-F238E27FC236}">
                <a16:creationId xmlns:a16="http://schemas.microsoft.com/office/drawing/2014/main" id="{1C44518A-7FBB-67DA-E35B-8BC0AAFC6062}"/>
              </a:ext>
            </a:extLst>
          </p:cNvPr>
          <p:cNvCxnSpPr>
            <a:cxnSpLocks/>
          </p:cNvCxnSpPr>
          <p:nvPr userDrawn="1"/>
        </p:nvCxnSpPr>
        <p:spPr bwMode="auto">
          <a:xfrm>
            <a:off x="6096000" y="284956"/>
            <a:ext cx="0" cy="5812631"/>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 name="Text Placeholder 5">
            <a:extLst>
              <a:ext uri="{FF2B5EF4-FFF2-40B4-BE49-F238E27FC236}">
                <a16:creationId xmlns:a16="http://schemas.microsoft.com/office/drawing/2014/main" id="{0A7285B0-4A1E-8885-0C0E-77D0ECA9CACD}"/>
              </a:ext>
            </a:extLst>
          </p:cNvPr>
          <p:cNvSpPr>
            <a:spLocks noGrp="1"/>
          </p:cNvSpPr>
          <p:nvPr>
            <p:ph type="body" sz="quarter" idx="11"/>
          </p:nvPr>
        </p:nvSpPr>
        <p:spPr>
          <a:xfrm>
            <a:off x="6389168" y="288036"/>
            <a:ext cx="3809504" cy="3521964"/>
          </a:xfrm>
        </p:spPr>
        <p:txBody>
          <a:bodyPr/>
          <a:lstStyle>
            <a:lvl1pPr>
              <a:lnSpc>
                <a:spcPct val="100000"/>
              </a:lnSpc>
              <a:spcBef>
                <a:spcPts val="0"/>
              </a:spcBef>
              <a:defRPr sz="2100">
                <a:solidFill>
                  <a:schemeClr val="tx1"/>
                </a:solidFill>
              </a:defRPr>
            </a:lvl1pPr>
            <a:lvl2pPr marL="201128" indent="-201128">
              <a:lnSpc>
                <a:spcPct val="100000"/>
              </a:lnSpc>
              <a:spcBef>
                <a:spcPts val="0"/>
              </a:spcBef>
              <a:defRPr sz="2100">
                <a:solidFill>
                  <a:schemeClr val="tx1"/>
                </a:solidFill>
              </a:defRPr>
            </a:lvl2pPr>
            <a:lvl3pPr marL="402256" indent="-201128">
              <a:lnSpc>
                <a:spcPct val="100000"/>
              </a:lnSpc>
              <a:spcBef>
                <a:spcPts val="0"/>
              </a:spcBef>
              <a:defRPr sz="2100">
                <a:solidFill>
                  <a:schemeClr val="tx1"/>
                </a:solidFill>
              </a:defRPr>
            </a:lvl3pPr>
            <a:lvl4pPr marL="557672" indent="-201128">
              <a:lnSpc>
                <a:spcPct val="100000"/>
              </a:lnSpc>
              <a:spcBef>
                <a:spcPts val="0"/>
              </a:spcBef>
              <a:defRPr sz="2100">
                <a:solidFill>
                  <a:schemeClr val="tx1"/>
                </a:solidFill>
              </a:defRPr>
            </a:lvl4pPr>
            <a:lvl5pPr>
              <a:lnSpc>
                <a:spcPct val="100000"/>
              </a:lnSpc>
              <a:spcBef>
                <a:spcPts val="0"/>
              </a:spcBef>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5F395CBF-E65B-9A42-BAE5-C2B2BD9B7BD2}"/>
              </a:ext>
            </a:extLst>
          </p:cNvPr>
          <p:cNvSpPr>
            <a:spLocks noGrp="1"/>
          </p:cNvSpPr>
          <p:nvPr>
            <p:ph type="body" sz="quarter" idx="14" hasCustomPrompt="1"/>
          </p:nvPr>
        </p:nvSpPr>
        <p:spPr>
          <a:xfrm>
            <a:off x="6389168" y="4814111"/>
            <a:ext cx="5523781" cy="1677147"/>
          </a:xfrm>
        </p:spPr>
        <p:txBody>
          <a:bodyPr anchor="b"/>
          <a:lstStyle>
            <a:lvl1pPr>
              <a:lnSpc>
                <a:spcPct val="90000"/>
              </a:lnSpc>
              <a:spcBef>
                <a:spcPts val="0"/>
              </a:spcBef>
              <a:defRPr sz="12597" b="0" i="0">
                <a:solidFill>
                  <a:schemeClr val="accent1"/>
                </a:solidFill>
                <a:latin typeface="IBM Plex Sans ExtLt" panose="020B0303050203000203" pitchFamily="34" charset="0"/>
              </a:defRPr>
            </a:lvl1pPr>
          </a:lstStyle>
          <a:p>
            <a:r>
              <a:rPr lang="en-US"/>
              <a:t>+00%</a:t>
            </a:r>
          </a:p>
        </p:txBody>
      </p:sp>
      <p:sp>
        <p:nvSpPr>
          <p:cNvPr id="2" name="Footer Placeholder 3">
            <a:extLst>
              <a:ext uri="{FF2B5EF4-FFF2-40B4-BE49-F238E27FC236}">
                <a16:creationId xmlns:a16="http://schemas.microsoft.com/office/drawing/2014/main" id="{21A64AF3-E67B-E80B-A5D3-6B3533C87F91}"/>
              </a:ext>
            </a:extLst>
          </p:cNvPr>
          <p:cNvSpPr>
            <a:spLocks noGrp="1"/>
          </p:cNvSpPr>
          <p:nvPr>
            <p:ph type="ftr" sz="quarter" idx="18"/>
          </p:nvPr>
        </p:nvSpPr>
        <p:spPr>
          <a:xfrm>
            <a:off x="287963" y="6408000"/>
            <a:ext cx="2477765" cy="190500"/>
          </a:xfrm>
        </p:spPr>
        <p:txBody>
          <a:bodyPr/>
          <a:lstStyle/>
          <a:p>
            <a:endParaRPr lang="en-US"/>
          </a:p>
        </p:txBody>
      </p:sp>
      <p:sp>
        <p:nvSpPr>
          <p:cNvPr id="5" name="Slide Number">
            <a:extLst>
              <a:ext uri="{FF2B5EF4-FFF2-40B4-BE49-F238E27FC236}">
                <a16:creationId xmlns:a16="http://schemas.microsoft.com/office/drawing/2014/main" id="{28C4F134-9B5D-407C-F525-B2FC25B7B5CD}"/>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249064168"/>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ata, 3 callouts, vertic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287999" y="288036"/>
            <a:ext cx="2474590" cy="1642364"/>
          </a:xfrm>
        </p:spPr>
        <p:txBody>
          <a:bodyPr/>
          <a:lstStyle>
            <a:lvl1pPr>
              <a:lnSpc>
                <a:spcPct val="110000"/>
              </a:lnSpc>
              <a:defRPr sz="1800">
                <a:solidFill>
                  <a:schemeClr val="tx2"/>
                </a:solidFill>
              </a:defRPr>
            </a:lvl1pPr>
          </a:lstStyle>
          <a:p>
            <a:r>
              <a:rPr lang="en-US"/>
              <a:t>Click to edit Master title style</a:t>
            </a:r>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3333316" y="192600"/>
            <a:ext cx="2475384" cy="953956"/>
          </a:xfrm>
        </p:spPr>
        <p:txBody>
          <a:bodyPr/>
          <a:lstStyle>
            <a:lvl1pPr>
              <a:lnSpc>
                <a:spcPct val="90000"/>
              </a:lnSpc>
              <a:defRPr sz="6599">
                <a:solidFill>
                  <a:schemeClr val="accent1"/>
                </a:solidFill>
              </a:defRPr>
            </a:lvl1pPr>
            <a:lvl2pPr marL="0" indent="0">
              <a:buNone/>
              <a:defRPr/>
            </a:lvl2pPr>
          </a:lstStyle>
          <a:p>
            <a:pPr lvl="0"/>
            <a:r>
              <a:rPr lang="en-US"/>
              <a:t>00%</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3333316" y="1166533"/>
            <a:ext cx="2475384" cy="4931054"/>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6389168" y="192600"/>
            <a:ext cx="2474590" cy="953294"/>
          </a:xfrm>
        </p:spPr>
        <p:txBody>
          <a:bodyPr/>
          <a:lstStyle>
            <a:lvl1pPr>
              <a:lnSpc>
                <a:spcPct val="90000"/>
              </a:lnSpc>
              <a:defRPr sz="6599">
                <a:solidFill>
                  <a:schemeClr val="accent1"/>
                </a:solidFill>
              </a:defRPr>
            </a:lvl1pPr>
          </a:lstStyle>
          <a:p>
            <a:pPr lvl="0"/>
            <a:r>
              <a:rPr lang="en-US"/>
              <a:t>00%</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6389168" y="1167327"/>
            <a:ext cx="2476178" cy="4931054"/>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9428523" y="192600"/>
            <a:ext cx="2474590" cy="951707"/>
          </a:xfrm>
        </p:spPr>
        <p:txBody>
          <a:bodyPr/>
          <a:lstStyle>
            <a:lvl1pPr>
              <a:lnSpc>
                <a:spcPct val="90000"/>
              </a:lnSpc>
              <a:defRPr sz="6599">
                <a:solidFill>
                  <a:schemeClr val="accent1"/>
                </a:solidFill>
              </a:defRPr>
            </a:lvl1pPr>
          </a:lstStyle>
          <a:p>
            <a:pPr lvl="0"/>
            <a:r>
              <a:rPr lang="en-US"/>
              <a:t>00%</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9428522" y="1166533"/>
            <a:ext cx="2476178" cy="4931054"/>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3334904" y="6029325"/>
            <a:ext cx="2475384" cy="571500"/>
          </a:xfrm>
        </p:spPr>
        <p:txBody>
          <a:bodyPr anchor="b"/>
          <a:lstStyle>
            <a:lvl1pPr>
              <a:lnSpc>
                <a:spcPct val="120000"/>
              </a:lnSpc>
              <a:spcBef>
                <a:spcPts val="0"/>
              </a:spcBef>
              <a:defRPr sz="800" b="0" i="0">
                <a:solidFill>
                  <a:schemeClr val="tx1"/>
                </a:solidFill>
                <a:latin typeface="IBM Plex Sans" panose="020B0503050203000203" pitchFamily="34" charset="0"/>
              </a:defRPr>
            </a:lvl1pPr>
            <a:lvl2pPr marL="73137" indent="-73137">
              <a:lnSpc>
                <a:spcPct val="120000"/>
              </a:lnSpc>
              <a:spcBef>
                <a:spcPts val="0"/>
              </a:spcBef>
              <a:defRPr sz="800" b="0" i="0">
                <a:solidFill>
                  <a:schemeClr val="tx1"/>
                </a:solidFill>
                <a:latin typeface="IBM Plex Sans" panose="020B0503050203000203" pitchFamily="34" charset="0"/>
              </a:defRPr>
            </a:lvl2pPr>
            <a:lvl3pPr marL="146275" indent="-73137">
              <a:lnSpc>
                <a:spcPct val="120000"/>
              </a:lnSpc>
              <a:spcBef>
                <a:spcPts val="0"/>
              </a:spcBef>
              <a:defRPr sz="800" b="0" i="0">
                <a:solidFill>
                  <a:schemeClr val="tx1"/>
                </a:solidFill>
                <a:latin typeface="IBM Plex Sans" panose="020B0503050203000203" pitchFamily="34" charset="0"/>
              </a:defRPr>
            </a:lvl3pPr>
            <a:lvl4pPr marL="219412" indent="-73137">
              <a:lnSpc>
                <a:spcPct val="120000"/>
              </a:lnSpc>
              <a:spcBef>
                <a:spcPts val="0"/>
              </a:spcBef>
              <a:defRPr sz="800" b="0" i="0">
                <a:solidFill>
                  <a:schemeClr val="tx1"/>
                </a:solidFill>
                <a:latin typeface="IBM Plex Sans" panose="020B0503050203000203" pitchFamily="34" charset="0"/>
              </a:defRPr>
            </a:lvl4pPr>
            <a:lvl5pPr>
              <a:lnSpc>
                <a:spcPct val="120000"/>
              </a:lnSpc>
              <a:spcBef>
                <a:spcPts val="0"/>
              </a:spcBef>
              <a:defRPr sz="8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C856FFD0-F317-D3D7-DE9D-AA1F4AB27EEB}"/>
              </a:ext>
            </a:extLst>
          </p:cNvPr>
          <p:cNvSpPr>
            <a:spLocks noGrp="1"/>
          </p:cNvSpPr>
          <p:nvPr>
            <p:ph type="ftr" sz="quarter" idx="18"/>
          </p:nvPr>
        </p:nvSpPr>
        <p:spPr>
          <a:xfrm>
            <a:off x="287963" y="6408000"/>
            <a:ext cx="2477765" cy="190500"/>
          </a:xfrm>
        </p:spPr>
        <p:txBody>
          <a:bodyPr/>
          <a:lstStyle/>
          <a:p>
            <a:endParaRPr lang="en-US"/>
          </a:p>
        </p:txBody>
      </p:sp>
      <p:sp>
        <p:nvSpPr>
          <p:cNvPr id="8" name="Slide Number">
            <a:extLst>
              <a:ext uri="{FF2B5EF4-FFF2-40B4-BE49-F238E27FC236}">
                <a16:creationId xmlns:a16="http://schemas.microsoft.com/office/drawing/2014/main" id="{899D670E-69CE-BB86-FB88-291343BDEE2E}"/>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52430189"/>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ata, 2 callouts, horizontal">
    <p:bg>
      <p:bgPr>
        <a:solidFill>
          <a:schemeClr val="bg1"/>
        </a:solidFill>
        <a:effectLst/>
      </p:bgPr>
    </p:bg>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2C97FE8A-75E3-6FC8-02DD-50E0A4C8C958}"/>
              </a:ext>
            </a:extLst>
          </p:cNvPr>
          <p:cNvSpPr>
            <a:spLocks noGrp="1"/>
          </p:cNvSpPr>
          <p:nvPr>
            <p:ph type="body" sz="quarter" idx="13"/>
          </p:nvPr>
        </p:nvSpPr>
        <p:spPr>
          <a:xfrm>
            <a:off x="3333316" y="3297238"/>
            <a:ext cx="5522257" cy="2670048"/>
          </a:xfrm>
        </p:spPr>
        <p:txBody>
          <a:bodyPr/>
          <a:lstStyle>
            <a:lvl1pPr>
              <a:lnSpc>
                <a:spcPct val="100000"/>
              </a:lnSpc>
              <a:spcBef>
                <a:spcPts val="0"/>
              </a:spcBef>
              <a:defRPr sz="4199">
                <a:solidFill>
                  <a:schemeClr val="tx1"/>
                </a:solidFill>
              </a:defRPr>
            </a:lvl1pPr>
            <a:lvl2pPr marL="393113" indent="-393113">
              <a:lnSpc>
                <a:spcPct val="100000"/>
              </a:lnSpc>
              <a:spcBef>
                <a:spcPts val="0"/>
              </a:spcBef>
              <a:defRPr sz="4199">
                <a:solidFill>
                  <a:schemeClr val="tx1"/>
                </a:solidFill>
              </a:defRPr>
            </a:lvl2pPr>
            <a:lvl3pPr marL="749658" indent="-393113">
              <a:lnSpc>
                <a:spcPct val="100000"/>
              </a:lnSpc>
              <a:spcBef>
                <a:spcPts val="0"/>
              </a:spcBef>
              <a:defRPr sz="4199">
                <a:solidFill>
                  <a:schemeClr val="tx1"/>
                </a:solidFill>
              </a:defRPr>
            </a:lvl3pPr>
            <a:lvl4pPr marL="1142771" indent="-393113">
              <a:lnSpc>
                <a:spcPct val="100000"/>
              </a:lnSpc>
              <a:spcBef>
                <a:spcPts val="0"/>
              </a:spcBef>
              <a:defRPr sz="4199">
                <a:solidFill>
                  <a:schemeClr val="tx1"/>
                </a:solidFill>
              </a:defRPr>
            </a:lvl4pPr>
            <a:lvl5pPr>
              <a:lnSpc>
                <a:spcPct val="100000"/>
              </a:lnSpc>
              <a:spcBef>
                <a:spcPts val="0"/>
              </a:spcBef>
              <a:defRPr sz="4299">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Title 1">
            <a:extLst>
              <a:ext uri="{FF2B5EF4-FFF2-40B4-BE49-F238E27FC236}">
                <a16:creationId xmlns:a16="http://schemas.microsoft.com/office/drawing/2014/main" id="{D4B48808-B77B-7E67-E7EA-BCC945D4D51B}"/>
              </a:ext>
            </a:extLst>
          </p:cNvPr>
          <p:cNvSpPr>
            <a:spLocks noGrp="1"/>
          </p:cNvSpPr>
          <p:nvPr>
            <p:ph type="title" hasCustomPrompt="1"/>
          </p:nvPr>
        </p:nvSpPr>
        <p:spPr>
          <a:xfrm>
            <a:off x="287963" y="154800"/>
            <a:ext cx="2474590" cy="2667793"/>
          </a:xfrm>
        </p:spPr>
        <p:txBody>
          <a:bodyPr/>
          <a:lstStyle>
            <a:lvl1pPr>
              <a:lnSpc>
                <a:spcPct val="100000"/>
              </a:lnSpc>
              <a:defRPr sz="4199">
                <a:solidFill>
                  <a:schemeClr val="accent1"/>
                </a:solidFill>
              </a:defRPr>
            </a:lvl1pPr>
          </a:lstStyle>
          <a:p>
            <a:r>
              <a:rPr lang="en-US"/>
              <a:t>+000%</a:t>
            </a:r>
          </a:p>
        </p:txBody>
      </p:sp>
      <p:sp>
        <p:nvSpPr>
          <p:cNvPr id="5" name="Text Placeholder 4">
            <a:extLst>
              <a:ext uri="{FF2B5EF4-FFF2-40B4-BE49-F238E27FC236}">
                <a16:creationId xmlns:a16="http://schemas.microsoft.com/office/drawing/2014/main" id="{88378CF2-9CD6-2749-A489-08A4608D0BDA}"/>
              </a:ext>
            </a:extLst>
          </p:cNvPr>
          <p:cNvSpPr>
            <a:spLocks noGrp="1"/>
          </p:cNvSpPr>
          <p:nvPr>
            <p:ph type="body" sz="quarter" idx="11"/>
          </p:nvPr>
        </p:nvSpPr>
        <p:spPr>
          <a:xfrm>
            <a:off x="3333316" y="154800"/>
            <a:ext cx="5523781" cy="2667794"/>
          </a:xfrm>
        </p:spPr>
        <p:txBody>
          <a:bodyPr/>
          <a:lstStyle>
            <a:lvl1pPr>
              <a:lnSpc>
                <a:spcPct val="100000"/>
              </a:lnSpc>
              <a:spcBef>
                <a:spcPts val="0"/>
              </a:spcBef>
              <a:defRPr sz="4199">
                <a:solidFill>
                  <a:schemeClr val="tx1"/>
                </a:solidFill>
              </a:defRPr>
            </a:lvl1pPr>
            <a:lvl2pPr marL="393113" indent="-393113">
              <a:lnSpc>
                <a:spcPct val="100000"/>
              </a:lnSpc>
              <a:spcBef>
                <a:spcPts val="0"/>
              </a:spcBef>
              <a:defRPr sz="4199">
                <a:solidFill>
                  <a:schemeClr val="tx1"/>
                </a:solidFill>
              </a:defRPr>
            </a:lvl2pPr>
            <a:lvl3pPr marL="749658" indent="-393113">
              <a:lnSpc>
                <a:spcPct val="100000"/>
              </a:lnSpc>
              <a:spcBef>
                <a:spcPts val="0"/>
              </a:spcBef>
              <a:defRPr sz="4199">
                <a:solidFill>
                  <a:schemeClr val="tx1"/>
                </a:solidFill>
              </a:defRPr>
            </a:lvl3pPr>
            <a:lvl4pPr marL="1142771" indent="-393113">
              <a:lnSpc>
                <a:spcPct val="100000"/>
              </a:lnSpc>
              <a:spcBef>
                <a:spcPts val="0"/>
              </a:spcBef>
              <a:defRPr sz="4199">
                <a:solidFill>
                  <a:schemeClr val="tx1"/>
                </a:solidFill>
              </a:defRPr>
            </a:lvl4pPr>
            <a:lvl5pPr>
              <a:lnSpc>
                <a:spcPct val="100000"/>
              </a:lnSpc>
              <a:spcBef>
                <a:spcPts val="0"/>
              </a:spcBef>
              <a:defRPr sz="4299">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0" name="Straight Connector 9" descr="Horizontal row divider">
            <a:extLst>
              <a:ext uri="{FF2B5EF4-FFF2-40B4-BE49-F238E27FC236}">
                <a16:creationId xmlns:a16="http://schemas.microsoft.com/office/drawing/2014/main" id="{3D81813D-DA09-FCA0-D570-1E2D428C59E9}"/>
              </a:ext>
            </a:extLst>
          </p:cNvPr>
          <p:cNvCxnSpPr>
            <a:cxnSpLocks/>
          </p:cNvCxnSpPr>
          <p:nvPr userDrawn="1"/>
        </p:nvCxnSpPr>
        <p:spPr bwMode="auto">
          <a:xfrm>
            <a:off x="288887" y="3048866"/>
            <a:ext cx="11615813"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 name="Text Placeholder 8">
            <a:extLst>
              <a:ext uri="{FF2B5EF4-FFF2-40B4-BE49-F238E27FC236}">
                <a16:creationId xmlns:a16="http://schemas.microsoft.com/office/drawing/2014/main" id="{A16C1F9D-1D2C-5BDA-E821-35CB4A8708F5}"/>
              </a:ext>
            </a:extLst>
          </p:cNvPr>
          <p:cNvSpPr>
            <a:spLocks noGrp="1"/>
          </p:cNvSpPr>
          <p:nvPr>
            <p:ph type="body" sz="quarter" idx="12" hasCustomPrompt="1"/>
          </p:nvPr>
        </p:nvSpPr>
        <p:spPr>
          <a:xfrm>
            <a:off x="287962" y="3297238"/>
            <a:ext cx="2473130" cy="2670048"/>
          </a:xfrm>
        </p:spPr>
        <p:txBody>
          <a:bodyPr/>
          <a:lstStyle>
            <a:lvl1pPr>
              <a:lnSpc>
                <a:spcPct val="100000"/>
              </a:lnSpc>
              <a:defRPr sz="4199">
                <a:solidFill>
                  <a:schemeClr val="accent1"/>
                </a:solidFill>
              </a:defRPr>
            </a:lvl1pPr>
            <a:lvl2pPr>
              <a:lnSpc>
                <a:spcPct val="100000"/>
              </a:lnSpc>
              <a:defRPr sz="4299">
                <a:solidFill>
                  <a:schemeClr val="accent1"/>
                </a:solidFill>
              </a:defRPr>
            </a:lvl2pPr>
            <a:lvl3pPr>
              <a:lnSpc>
                <a:spcPct val="100000"/>
              </a:lnSpc>
              <a:defRPr sz="4299">
                <a:solidFill>
                  <a:schemeClr val="accent1"/>
                </a:solidFill>
              </a:defRPr>
            </a:lvl3pPr>
            <a:lvl4pPr>
              <a:lnSpc>
                <a:spcPct val="100000"/>
              </a:lnSpc>
              <a:defRPr sz="4299">
                <a:solidFill>
                  <a:schemeClr val="accent1"/>
                </a:solidFill>
              </a:defRPr>
            </a:lvl4pPr>
            <a:lvl5pPr>
              <a:lnSpc>
                <a:spcPct val="100000"/>
              </a:lnSpc>
              <a:defRPr sz="4299">
                <a:solidFill>
                  <a:schemeClr val="accent1"/>
                </a:solidFill>
              </a:defRPr>
            </a:lvl5pPr>
          </a:lstStyle>
          <a:p>
            <a:pPr lvl="0"/>
            <a:r>
              <a:rPr lang="en-US"/>
              <a:t>+000M</a:t>
            </a:r>
          </a:p>
        </p:txBody>
      </p:sp>
      <p:sp>
        <p:nvSpPr>
          <p:cNvPr id="4" name="Footer Placeholder 3">
            <a:extLst>
              <a:ext uri="{FF2B5EF4-FFF2-40B4-BE49-F238E27FC236}">
                <a16:creationId xmlns:a16="http://schemas.microsoft.com/office/drawing/2014/main" id="{7B9ABB71-218D-3F6E-E3F7-5348FD395D22}"/>
              </a:ext>
            </a:extLst>
          </p:cNvPr>
          <p:cNvSpPr>
            <a:spLocks noGrp="1"/>
          </p:cNvSpPr>
          <p:nvPr>
            <p:ph type="ftr" sz="quarter" idx="18"/>
          </p:nvPr>
        </p:nvSpPr>
        <p:spPr>
          <a:xfrm>
            <a:off x="287963" y="6408000"/>
            <a:ext cx="2477765" cy="190500"/>
          </a:xfrm>
        </p:spPr>
        <p:txBody>
          <a:bodyPr/>
          <a:lstStyle/>
          <a:p>
            <a:endParaRPr lang="en-US"/>
          </a:p>
        </p:txBody>
      </p:sp>
      <p:sp>
        <p:nvSpPr>
          <p:cNvPr id="7" name="Slide Number">
            <a:extLst>
              <a:ext uri="{FF2B5EF4-FFF2-40B4-BE49-F238E27FC236}">
                <a16:creationId xmlns:a16="http://schemas.microsoft.com/office/drawing/2014/main" id="{B77BD92D-3A6C-2396-61D4-51D7CC5B1C0A}"/>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560027090"/>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ata, 3 callouts, horizont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287999" y="288036"/>
            <a:ext cx="2474590" cy="1642364"/>
          </a:xfrm>
        </p:spPr>
        <p:txBody>
          <a:bodyPr/>
          <a:lstStyle>
            <a:lvl1pPr>
              <a:lnSpc>
                <a:spcPct val="110000"/>
              </a:lnSpc>
              <a:defRPr sz="1800">
                <a:solidFill>
                  <a:schemeClr val="tx2"/>
                </a:solidFill>
              </a:defRPr>
            </a:lvl1pPr>
          </a:lstStyle>
          <a:p>
            <a:r>
              <a:rPr lang="en-US"/>
              <a:t>Click to edit Master title style</a:t>
            </a:r>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3333316" y="192024"/>
            <a:ext cx="2475384" cy="1429544"/>
          </a:xfrm>
        </p:spPr>
        <p:txBody>
          <a:bodyPr/>
          <a:lstStyle>
            <a:lvl1pPr>
              <a:lnSpc>
                <a:spcPct val="90000"/>
              </a:lnSpc>
              <a:defRPr sz="6599">
                <a:solidFill>
                  <a:schemeClr val="accent1"/>
                </a:solidFill>
              </a:defRPr>
            </a:lvl1pPr>
            <a:lvl2pPr marL="0" indent="0">
              <a:buNone/>
              <a:defRPr/>
            </a:lvl2pPr>
          </a:lstStyle>
          <a:p>
            <a:r>
              <a:rPr lang="en-US"/>
              <a:t>00%</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6380919" y="286449"/>
            <a:ext cx="3809504" cy="1429544"/>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7" name="Straight Connector 16" descr="Horizontal row divider">
            <a:extLst>
              <a:ext uri="{FF2B5EF4-FFF2-40B4-BE49-F238E27FC236}">
                <a16:creationId xmlns:a16="http://schemas.microsoft.com/office/drawing/2014/main" id="{1103109C-6DA9-8F27-B4B1-EE276442E489}"/>
              </a:ext>
            </a:extLst>
          </p:cNvPr>
          <p:cNvCxnSpPr/>
          <p:nvPr userDrawn="1"/>
        </p:nvCxnSpPr>
        <p:spPr bwMode="auto">
          <a:xfrm>
            <a:off x="3333316" y="2287588"/>
            <a:ext cx="857138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3333316" y="2478911"/>
            <a:ext cx="2475384" cy="1428753"/>
          </a:xfrm>
        </p:spPr>
        <p:txBody>
          <a:bodyPr/>
          <a:lstStyle>
            <a:lvl1pPr>
              <a:lnSpc>
                <a:spcPct val="90000"/>
              </a:lnSpc>
              <a:defRPr sz="6599">
                <a:solidFill>
                  <a:schemeClr val="accent1"/>
                </a:solidFill>
              </a:defRPr>
            </a:lvl1pPr>
          </a:lstStyle>
          <a:p>
            <a:r>
              <a:rPr lang="en-US"/>
              <a:t>00%</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6380919" y="2562985"/>
            <a:ext cx="3809504" cy="142875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5" name="Straight Connector 14" descr="Horizontal row divider">
            <a:extLst>
              <a:ext uri="{FF2B5EF4-FFF2-40B4-BE49-F238E27FC236}">
                <a16:creationId xmlns:a16="http://schemas.microsoft.com/office/drawing/2014/main" id="{687931BB-B3EF-829C-B354-B048514D5138}"/>
              </a:ext>
            </a:extLst>
          </p:cNvPr>
          <p:cNvCxnSpPr/>
          <p:nvPr userDrawn="1"/>
        </p:nvCxnSpPr>
        <p:spPr bwMode="auto">
          <a:xfrm>
            <a:off x="3333316" y="4570413"/>
            <a:ext cx="857138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3333317" y="4763323"/>
            <a:ext cx="2475383" cy="1334265"/>
          </a:xfrm>
        </p:spPr>
        <p:txBody>
          <a:bodyPr/>
          <a:lstStyle>
            <a:lvl1pPr>
              <a:lnSpc>
                <a:spcPct val="90000"/>
              </a:lnSpc>
              <a:defRPr sz="6599">
                <a:solidFill>
                  <a:schemeClr val="accent1"/>
                </a:solidFill>
              </a:defRPr>
            </a:lvl1pPr>
          </a:lstStyle>
          <a:p>
            <a:r>
              <a:rPr lang="en-US"/>
              <a:t>00%</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6380919" y="4835205"/>
            <a:ext cx="3809504" cy="1262383"/>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3333316" y="6029325"/>
            <a:ext cx="2475384" cy="571500"/>
          </a:xfrm>
        </p:spPr>
        <p:txBody>
          <a:bodyPr anchor="b"/>
          <a:lstStyle>
            <a:lvl1pPr>
              <a:lnSpc>
                <a:spcPct val="120000"/>
              </a:lnSpc>
              <a:spcBef>
                <a:spcPts val="0"/>
              </a:spcBef>
              <a:defRPr sz="800" b="0" i="0">
                <a:solidFill>
                  <a:schemeClr val="tx1"/>
                </a:solidFill>
                <a:latin typeface="IBM Plex Sans" panose="020B0503050203000203" pitchFamily="34" charset="0"/>
              </a:defRPr>
            </a:lvl1pPr>
            <a:lvl2pPr>
              <a:lnSpc>
                <a:spcPct val="120000"/>
              </a:lnSpc>
              <a:spcBef>
                <a:spcPts val="0"/>
              </a:spcBef>
              <a:defRPr sz="800" b="0" i="0">
                <a:solidFill>
                  <a:schemeClr val="tx1"/>
                </a:solidFill>
                <a:latin typeface="IBM Plex Sans" panose="020B0503050203000203" pitchFamily="34" charset="0"/>
              </a:defRPr>
            </a:lvl2pPr>
            <a:lvl3pPr>
              <a:lnSpc>
                <a:spcPct val="120000"/>
              </a:lnSpc>
              <a:spcBef>
                <a:spcPts val="0"/>
              </a:spcBef>
              <a:defRPr sz="800" b="0" i="0">
                <a:solidFill>
                  <a:schemeClr val="tx1"/>
                </a:solidFill>
                <a:latin typeface="IBM Plex Sans" panose="020B0503050203000203" pitchFamily="34" charset="0"/>
              </a:defRPr>
            </a:lvl3pPr>
            <a:lvl4pPr>
              <a:lnSpc>
                <a:spcPct val="120000"/>
              </a:lnSpc>
              <a:spcBef>
                <a:spcPts val="0"/>
              </a:spcBef>
              <a:defRPr sz="800" b="0" i="0">
                <a:solidFill>
                  <a:schemeClr val="tx1"/>
                </a:solidFill>
                <a:latin typeface="IBM Plex Sans" panose="020B0503050203000203" pitchFamily="34" charset="0"/>
              </a:defRPr>
            </a:lvl4pPr>
            <a:lvl5pPr>
              <a:lnSpc>
                <a:spcPct val="120000"/>
              </a:lnSpc>
              <a:spcBef>
                <a:spcPts val="0"/>
              </a:spcBef>
              <a:defRPr sz="800" b="0" i="0">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8495C3AC-E4B9-F837-204B-FF01953D40BE}"/>
              </a:ext>
            </a:extLst>
          </p:cNvPr>
          <p:cNvSpPr>
            <a:spLocks noGrp="1"/>
          </p:cNvSpPr>
          <p:nvPr>
            <p:ph type="ftr" sz="quarter" idx="18"/>
          </p:nvPr>
        </p:nvSpPr>
        <p:spPr>
          <a:xfrm>
            <a:off x="287963" y="6408000"/>
            <a:ext cx="2477765" cy="190500"/>
          </a:xfrm>
        </p:spPr>
        <p:txBody>
          <a:bodyPr/>
          <a:lstStyle/>
          <a:p>
            <a:endParaRPr lang="en-US"/>
          </a:p>
        </p:txBody>
      </p:sp>
      <p:sp>
        <p:nvSpPr>
          <p:cNvPr id="8" name="Slide Number">
            <a:extLst>
              <a:ext uri="{FF2B5EF4-FFF2-40B4-BE49-F238E27FC236}">
                <a16:creationId xmlns:a16="http://schemas.microsoft.com/office/drawing/2014/main" id="{22119C11-B0BD-168C-0C07-D70B259D3906}"/>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987339103"/>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xt, 4 columns ">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63" y="288036"/>
            <a:ext cx="2470717" cy="762794"/>
          </a:xfrm>
        </p:spPr>
        <p:txBody>
          <a:bodyPr/>
          <a:lstStyle>
            <a:lvl1pPr>
              <a:lnSpc>
                <a:spcPct val="110000"/>
              </a:lnSpc>
              <a:defRPr sz="1400">
                <a:solidFill>
                  <a:schemeClr val="tx2"/>
                </a:solidFill>
              </a:defRPr>
            </a:lvl1pPr>
          </a:lstStyle>
          <a:p>
            <a:r>
              <a:rPr lang="en-US"/>
              <a:t>Click to edit Master title style</a:t>
            </a:r>
          </a:p>
        </p:txBody>
      </p:sp>
      <p:sp>
        <p:nvSpPr>
          <p:cNvPr id="5" name="Text Placeholder 4">
            <a:extLst>
              <a:ext uri="{FF2B5EF4-FFF2-40B4-BE49-F238E27FC236}">
                <a16:creationId xmlns:a16="http://schemas.microsoft.com/office/drawing/2014/main" id="{1C17B282-9F6A-839A-442D-69BC9DF3749A}"/>
              </a:ext>
            </a:extLst>
          </p:cNvPr>
          <p:cNvSpPr>
            <a:spLocks noGrp="1"/>
          </p:cNvSpPr>
          <p:nvPr>
            <p:ph type="body" sz="quarter" idx="11"/>
          </p:nvPr>
        </p:nvSpPr>
        <p:spPr>
          <a:xfrm>
            <a:off x="287963" y="1524000"/>
            <a:ext cx="2477765" cy="4576763"/>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3334904" y="1524000"/>
            <a:ext cx="2475384" cy="4576763"/>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6389168" y="1524000"/>
            <a:ext cx="2476178" cy="4576763"/>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9430110" y="1524000"/>
            <a:ext cx="2479352" cy="4576763"/>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2D830AE7-F6A6-A339-0B24-876A9554C9E3}"/>
              </a:ext>
            </a:extLst>
          </p:cNvPr>
          <p:cNvSpPr>
            <a:spLocks noGrp="1"/>
          </p:cNvSpPr>
          <p:nvPr>
            <p:ph type="ftr" sz="quarter" idx="18"/>
          </p:nvPr>
        </p:nvSpPr>
        <p:spPr>
          <a:xfrm>
            <a:off x="287963" y="6408000"/>
            <a:ext cx="2477765" cy="190500"/>
          </a:xfrm>
        </p:spPr>
        <p:txBody>
          <a:bodyPr/>
          <a:lstStyle/>
          <a:p>
            <a:endParaRPr lang="en-US"/>
          </a:p>
        </p:txBody>
      </p:sp>
      <p:sp>
        <p:nvSpPr>
          <p:cNvPr id="8" name="Slide Number">
            <a:extLst>
              <a:ext uri="{FF2B5EF4-FFF2-40B4-BE49-F238E27FC236}">
                <a16:creationId xmlns:a16="http://schemas.microsoft.com/office/drawing/2014/main" id="{31A616C3-34A8-1D7A-67C9-8B76F2D30BD0}"/>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492167673"/>
      </p:ext>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xt, 4 columns, short divider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63" y="288036"/>
            <a:ext cx="2474590" cy="762794"/>
          </a:xfrm>
        </p:spPr>
        <p:txBody>
          <a:bodyPr/>
          <a:lstStyle>
            <a:lvl1pPr>
              <a:lnSpc>
                <a:spcPct val="110000"/>
              </a:lnSpc>
              <a:defRPr sz="1400">
                <a:solidFill>
                  <a:schemeClr val="tx2"/>
                </a:solidFill>
              </a:defRPr>
            </a:lvl1pPr>
          </a:lstStyle>
          <a:p>
            <a:r>
              <a:rPr lang="en-US"/>
              <a:t>Click to edit Master title style</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3334903" y="288036"/>
            <a:ext cx="2477765" cy="762794"/>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22" indent="-91422">
              <a:lnSpc>
                <a:spcPct val="110000"/>
              </a:lnSpc>
              <a:spcBef>
                <a:spcPts val="0"/>
              </a:spcBef>
              <a:defRPr sz="1000" b="0" i="0">
                <a:solidFill>
                  <a:schemeClr val="tx1"/>
                </a:solidFill>
                <a:latin typeface="IBM Plex Sans" panose="020B0503050203000203" pitchFamily="34" charset="0"/>
              </a:defRPr>
            </a:lvl2pPr>
            <a:lvl3pPr marL="182843" indent="-91422">
              <a:lnSpc>
                <a:spcPct val="110000"/>
              </a:lnSpc>
              <a:spcBef>
                <a:spcPts val="0"/>
              </a:spcBef>
              <a:defRPr sz="1000" b="0" i="0">
                <a:solidFill>
                  <a:schemeClr val="tx1"/>
                </a:solidFill>
                <a:latin typeface="IBM Plex Sans" panose="020B0503050203000203" pitchFamily="34" charset="0"/>
              </a:defRPr>
            </a:lvl3pPr>
            <a:lvl4pPr marL="274265" indent="-91422">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0" name="Straight Connector 19" descr="Vertical column divider">
            <a:extLst>
              <a:ext uri="{FF2B5EF4-FFF2-40B4-BE49-F238E27FC236}">
                <a16:creationId xmlns:a16="http://schemas.microsoft.com/office/drawing/2014/main" id="{ABAB2974-AD95-0BF2-C41A-265AEF03B4F7}"/>
              </a:ext>
            </a:extLst>
          </p:cNvPr>
          <p:cNvCxnSpPr>
            <a:cxnSpLocks/>
          </p:cNvCxnSpPr>
          <p:nvPr userDrawn="1"/>
        </p:nvCxnSpPr>
        <p:spPr bwMode="auto">
          <a:xfrm>
            <a:off x="3047603" y="1522413"/>
            <a:ext cx="0" cy="45727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1" name="Straight Connector 20" descr="Vertical column divider">
            <a:extLst>
              <a:ext uri="{FF2B5EF4-FFF2-40B4-BE49-F238E27FC236}">
                <a16:creationId xmlns:a16="http://schemas.microsoft.com/office/drawing/2014/main" id="{CDB8CB8D-C4DB-E357-4948-59CD6A18A9DC}"/>
              </a:ext>
            </a:extLst>
          </p:cNvPr>
          <p:cNvCxnSpPr/>
          <p:nvPr userDrawn="1"/>
        </p:nvCxnSpPr>
        <p:spPr bwMode="auto">
          <a:xfrm>
            <a:off x="6093683" y="1522413"/>
            <a:ext cx="0" cy="4575175"/>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 name="Straight Connector 21" descr="Vertical column divider">
            <a:extLst>
              <a:ext uri="{FF2B5EF4-FFF2-40B4-BE49-F238E27FC236}">
                <a16:creationId xmlns:a16="http://schemas.microsoft.com/office/drawing/2014/main" id="{8B5887E5-28C4-AA99-EBD5-E34B88F46F25}"/>
              </a:ext>
            </a:extLst>
          </p:cNvPr>
          <p:cNvCxnSpPr/>
          <p:nvPr userDrawn="1"/>
        </p:nvCxnSpPr>
        <p:spPr bwMode="auto">
          <a:xfrm>
            <a:off x="9142810" y="1522413"/>
            <a:ext cx="0" cy="4575175"/>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4" name="Footer Placeholder 3">
            <a:extLst>
              <a:ext uri="{FF2B5EF4-FFF2-40B4-BE49-F238E27FC236}">
                <a16:creationId xmlns:a16="http://schemas.microsoft.com/office/drawing/2014/main" id="{9A5E154F-497D-F356-4526-C17B1B098AC9}"/>
              </a:ext>
            </a:extLst>
          </p:cNvPr>
          <p:cNvSpPr>
            <a:spLocks noGrp="1"/>
          </p:cNvSpPr>
          <p:nvPr userDrawn="1">
            <p:ph type="ftr" sz="quarter" idx="18"/>
          </p:nvPr>
        </p:nvSpPr>
        <p:spPr>
          <a:xfrm>
            <a:off x="287963" y="6408000"/>
            <a:ext cx="2477765" cy="190500"/>
          </a:xfrm>
        </p:spPr>
        <p:txBody>
          <a:bodyPr/>
          <a:lstStyle/>
          <a:p>
            <a:endParaRPr lang="en-US"/>
          </a:p>
        </p:txBody>
      </p:sp>
      <p:sp>
        <p:nvSpPr>
          <p:cNvPr id="8" name="Slide Number">
            <a:extLst>
              <a:ext uri="{FF2B5EF4-FFF2-40B4-BE49-F238E27FC236}">
                <a16:creationId xmlns:a16="http://schemas.microsoft.com/office/drawing/2014/main" id="{A3714515-3CA1-0F75-0503-3208A09DFA76}"/>
              </a:ext>
            </a:extLst>
          </p:cNvPr>
          <p:cNvSpPr txBox="1">
            <a:spLocks noGrp="1"/>
          </p:cNvSpPr>
          <p:nvPr userDrawn="1">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10" name="Text Placeholder 4">
            <a:extLst>
              <a:ext uri="{FF2B5EF4-FFF2-40B4-BE49-F238E27FC236}">
                <a16:creationId xmlns:a16="http://schemas.microsoft.com/office/drawing/2014/main" id="{4B531E36-2064-83A6-3D5A-E40E324F8495}"/>
              </a:ext>
            </a:extLst>
          </p:cNvPr>
          <p:cNvSpPr>
            <a:spLocks noGrp="1"/>
          </p:cNvSpPr>
          <p:nvPr userDrawn="1">
            <p:ph type="body" sz="quarter" idx="11"/>
          </p:nvPr>
        </p:nvSpPr>
        <p:spPr>
          <a:xfrm>
            <a:off x="291173" y="1524000"/>
            <a:ext cx="2477765" cy="4576763"/>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6">
            <a:extLst>
              <a:ext uri="{FF2B5EF4-FFF2-40B4-BE49-F238E27FC236}">
                <a16:creationId xmlns:a16="http://schemas.microsoft.com/office/drawing/2014/main" id="{70587680-FBD6-A326-93E3-B3437A4124A3}"/>
              </a:ext>
            </a:extLst>
          </p:cNvPr>
          <p:cNvSpPr>
            <a:spLocks noGrp="1"/>
          </p:cNvSpPr>
          <p:nvPr userDrawn="1">
            <p:ph type="body" sz="quarter" idx="12"/>
          </p:nvPr>
        </p:nvSpPr>
        <p:spPr>
          <a:xfrm>
            <a:off x="3334904" y="1524000"/>
            <a:ext cx="2475384" cy="4576763"/>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8">
            <a:extLst>
              <a:ext uri="{FF2B5EF4-FFF2-40B4-BE49-F238E27FC236}">
                <a16:creationId xmlns:a16="http://schemas.microsoft.com/office/drawing/2014/main" id="{CAE80882-A798-33A6-BF3F-DF9C75646C23}"/>
              </a:ext>
            </a:extLst>
          </p:cNvPr>
          <p:cNvSpPr>
            <a:spLocks noGrp="1"/>
          </p:cNvSpPr>
          <p:nvPr userDrawn="1">
            <p:ph type="body" sz="quarter" idx="13"/>
          </p:nvPr>
        </p:nvSpPr>
        <p:spPr>
          <a:xfrm>
            <a:off x="6389168" y="1524000"/>
            <a:ext cx="2476178" cy="4576763"/>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Text Placeholder 10">
            <a:extLst>
              <a:ext uri="{FF2B5EF4-FFF2-40B4-BE49-F238E27FC236}">
                <a16:creationId xmlns:a16="http://schemas.microsoft.com/office/drawing/2014/main" id="{1809E051-5EDC-532B-0D86-AA9349AAA053}"/>
              </a:ext>
            </a:extLst>
          </p:cNvPr>
          <p:cNvSpPr>
            <a:spLocks noGrp="1"/>
          </p:cNvSpPr>
          <p:nvPr userDrawn="1">
            <p:ph type="body" sz="quarter" idx="14"/>
          </p:nvPr>
        </p:nvSpPr>
        <p:spPr>
          <a:xfrm>
            <a:off x="9430110" y="1524000"/>
            <a:ext cx="2479352" cy="4576763"/>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053439536"/>
      </p:ext>
    </p:extLst>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4 columns, dividers, headlin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63" y="288036"/>
            <a:ext cx="2474590" cy="1234377"/>
          </a:xfrm>
        </p:spPr>
        <p:txBody>
          <a:bodyPr/>
          <a:lstStyle>
            <a:lvl1pPr>
              <a:lnSpc>
                <a:spcPct val="110000"/>
              </a:lnSpc>
              <a:defRPr sz="1400">
                <a:solidFill>
                  <a:schemeClr val="tx2"/>
                </a:solidFill>
              </a:defRPr>
            </a:lvl1pPr>
          </a:lstStyle>
          <a:p>
            <a:r>
              <a:rPr lang="en-US"/>
              <a:t>Click to edit Master title style</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3333316" y="288036"/>
            <a:ext cx="2477765" cy="921519"/>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3333316" y="1523999"/>
            <a:ext cx="2475384" cy="4578351"/>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6389168" y="288036"/>
            <a:ext cx="2476178" cy="921519"/>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6389168" y="1524000"/>
            <a:ext cx="2476178" cy="4578350"/>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4" name="Straight Connector 13" descr="Vertical column divider">
            <a:extLst>
              <a:ext uri="{FF2B5EF4-FFF2-40B4-BE49-F238E27FC236}">
                <a16:creationId xmlns:a16="http://schemas.microsoft.com/office/drawing/2014/main" id="{C6EB28FF-C21F-A83D-2D19-2242B76C6B09}"/>
              </a:ext>
            </a:extLst>
          </p:cNvPr>
          <p:cNvCxnSpPr>
            <a:cxnSpLocks/>
          </p:cNvCxnSpPr>
          <p:nvPr userDrawn="1"/>
        </p:nvCxnSpPr>
        <p:spPr bwMode="auto">
          <a:xfrm>
            <a:off x="3047603" y="285051"/>
            <a:ext cx="0" cy="581104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descr="Vertical column divider">
            <a:extLst>
              <a:ext uri="{FF2B5EF4-FFF2-40B4-BE49-F238E27FC236}">
                <a16:creationId xmlns:a16="http://schemas.microsoft.com/office/drawing/2014/main" id="{3D7A0E74-695D-C6F5-07CD-01209D58A70A}"/>
              </a:ext>
            </a:extLst>
          </p:cNvPr>
          <p:cNvCxnSpPr>
            <a:cxnSpLocks/>
          </p:cNvCxnSpPr>
          <p:nvPr userDrawn="1"/>
        </p:nvCxnSpPr>
        <p:spPr bwMode="auto">
          <a:xfrm>
            <a:off x="6093683" y="285051"/>
            <a:ext cx="0" cy="58125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descr="Vertical column divider">
            <a:extLst>
              <a:ext uri="{FF2B5EF4-FFF2-40B4-BE49-F238E27FC236}">
                <a16:creationId xmlns:a16="http://schemas.microsoft.com/office/drawing/2014/main" id="{19E1AC9A-B000-435B-E4BC-54B09FB7957C}"/>
              </a:ext>
            </a:extLst>
          </p:cNvPr>
          <p:cNvCxnSpPr>
            <a:cxnSpLocks/>
          </p:cNvCxnSpPr>
          <p:nvPr userDrawn="1"/>
        </p:nvCxnSpPr>
        <p:spPr bwMode="auto">
          <a:xfrm>
            <a:off x="9142810" y="285051"/>
            <a:ext cx="0" cy="581104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3" name="Text Placeholder 12">
            <a:extLst>
              <a:ext uri="{FF2B5EF4-FFF2-40B4-BE49-F238E27FC236}">
                <a16:creationId xmlns:a16="http://schemas.microsoft.com/office/drawing/2014/main" id="{2A62B128-D226-0D9B-89EC-51AFD07F30CF}"/>
              </a:ext>
            </a:extLst>
          </p:cNvPr>
          <p:cNvSpPr>
            <a:spLocks noGrp="1"/>
          </p:cNvSpPr>
          <p:nvPr userDrawn="1">
            <p:ph type="body" sz="quarter" idx="17"/>
          </p:nvPr>
        </p:nvSpPr>
        <p:spPr>
          <a:xfrm>
            <a:off x="9428522" y="288036"/>
            <a:ext cx="2479352" cy="921519"/>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userDrawn="1">
            <p:ph type="body" sz="quarter" idx="14"/>
          </p:nvPr>
        </p:nvSpPr>
        <p:spPr>
          <a:xfrm>
            <a:off x="9428522" y="1524000"/>
            <a:ext cx="2479352" cy="4578350"/>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6C3F2C39-1D80-7B1C-F53D-B11D6327AF07}"/>
              </a:ext>
            </a:extLst>
          </p:cNvPr>
          <p:cNvSpPr>
            <a:spLocks noGrp="1"/>
          </p:cNvSpPr>
          <p:nvPr userDrawn="1">
            <p:ph type="ftr" sz="quarter" idx="18"/>
          </p:nvPr>
        </p:nvSpPr>
        <p:spPr>
          <a:xfrm>
            <a:off x="287963" y="6408000"/>
            <a:ext cx="2477765" cy="190500"/>
          </a:xfrm>
        </p:spPr>
        <p:txBody>
          <a:bodyPr/>
          <a:lstStyle/>
          <a:p>
            <a:endParaRPr lang="en-US"/>
          </a:p>
        </p:txBody>
      </p:sp>
      <p:sp>
        <p:nvSpPr>
          <p:cNvPr id="8" name="Slide Number">
            <a:extLst>
              <a:ext uri="{FF2B5EF4-FFF2-40B4-BE49-F238E27FC236}">
                <a16:creationId xmlns:a16="http://schemas.microsoft.com/office/drawing/2014/main" id="{56961C62-D766-8A68-1FA3-BF6BE095543D}"/>
              </a:ext>
            </a:extLst>
          </p:cNvPr>
          <p:cNvSpPr txBox="1">
            <a:spLocks noGrp="1"/>
          </p:cNvSpPr>
          <p:nvPr userDrawn="1">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97367629"/>
      </p:ext>
    </p:extLst>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xt, 4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34332-B5B5-4358-3C72-8B35F374A887}"/>
              </a:ext>
            </a:extLst>
          </p:cNvPr>
          <p:cNvSpPr>
            <a:spLocks noGrp="1"/>
          </p:cNvSpPr>
          <p:nvPr>
            <p:ph type="title"/>
          </p:nvPr>
        </p:nvSpPr>
        <p:spPr>
          <a:xfrm>
            <a:off x="287999" y="288036"/>
            <a:ext cx="2474590" cy="1048544"/>
          </a:xfrm>
        </p:spPr>
        <p:txBody>
          <a:bodyPr/>
          <a:lstStyle>
            <a:lvl1pPr>
              <a:lnSpc>
                <a:spcPct val="110000"/>
              </a:lnSpc>
              <a:defRPr sz="1200">
                <a:solidFill>
                  <a:schemeClr val="tx2"/>
                </a:solidFill>
              </a:defRPr>
            </a:lvl1pPr>
          </a:lstStyle>
          <a:p>
            <a:r>
              <a:rPr lang="en-US"/>
              <a:t>Click to edit Master title style</a:t>
            </a:r>
          </a:p>
        </p:txBody>
      </p:sp>
      <p:sp>
        <p:nvSpPr>
          <p:cNvPr id="5" name="Text Placeholder 4">
            <a:extLst>
              <a:ext uri="{FF2B5EF4-FFF2-40B4-BE49-F238E27FC236}">
                <a16:creationId xmlns:a16="http://schemas.microsoft.com/office/drawing/2014/main" id="{A59C4772-2960-241E-274D-18A4B5568DAB}"/>
              </a:ext>
            </a:extLst>
          </p:cNvPr>
          <p:cNvSpPr>
            <a:spLocks noGrp="1"/>
          </p:cNvSpPr>
          <p:nvPr>
            <p:ph type="body" sz="quarter" idx="11"/>
          </p:nvPr>
        </p:nvSpPr>
        <p:spPr>
          <a:xfrm>
            <a:off x="287963" y="1524000"/>
            <a:ext cx="2470717" cy="2289175"/>
          </a:xfrm>
        </p:spPr>
        <p:txBody>
          <a:bodyPr/>
          <a:lstStyle>
            <a:lvl1pPr>
              <a:lnSpc>
                <a:spcPct val="100000"/>
              </a:lnSpc>
              <a:spcBef>
                <a:spcPts val="0"/>
              </a:spcBef>
              <a:defRPr sz="1800">
                <a:solidFill>
                  <a:schemeClr val="tx1"/>
                </a:solidFill>
              </a:defRPr>
            </a:lvl1pPr>
          </a:lstStyle>
          <a:p>
            <a:pPr lvl="0"/>
            <a:r>
              <a:rPr lang="en-US"/>
              <a:t>Click to edit Master text styles</a:t>
            </a:r>
          </a:p>
        </p:txBody>
      </p:sp>
      <p:sp>
        <p:nvSpPr>
          <p:cNvPr id="14" name="Picture Placeholder 13" descr="Place pictogram here">
            <a:extLst>
              <a:ext uri="{FF2B5EF4-FFF2-40B4-BE49-F238E27FC236}">
                <a16:creationId xmlns:a16="http://schemas.microsoft.com/office/drawing/2014/main" id="{637C5D5A-A533-DB2D-8BBE-C9DAA013CA01}"/>
              </a:ext>
            </a:extLst>
          </p:cNvPr>
          <p:cNvSpPr>
            <a:spLocks noGrp="1"/>
          </p:cNvSpPr>
          <p:nvPr>
            <p:ph type="pic" sz="quarter" idx="15" hasCustomPrompt="1"/>
          </p:nvPr>
        </p:nvSpPr>
        <p:spPr>
          <a:xfrm>
            <a:off x="3333316" y="288036"/>
            <a:ext cx="607997" cy="608076"/>
          </a:xfrm>
        </p:spPr>
        <p:txBody>
          <a:bodyPr anchor="ctr"/>
          <a:lstStyle>
            <a:lvl1pPr algn="ctr">
              <a:defRPr sz="800">
                <a:solidFill>
                  <a:schemeClr val="tx1"/>
                </a:solidFill>
              </a:defRPr>
            </a:lvl1pPr>
          </a:lstStyle>
          <a:p>
            <a:r>
              <a:rPr lang="en-US"/>
              <a:t>Pictogram</a:t>
            </a:r>
          </a:p>
        </p:txBody>
      </p:sp>
      <p:sp>
        <p:nvSpPr>
          <p:cNvPr id="10" name="Text Placeholder 9">
            <a:extLst>
              <a:ext uri="{FF2B5EF4-FFF2-40B4-BE49-F238E27FC236}">
                <a16:creationId xmlns:a16="http://schemas.microsoft.com/office/drawing/2014/main" id="{627CF39F-F0FC-7815-2582-A13E0599BC21}"/>
              </a:ext>
            </a:extLst>
          </p:cNvPr>
          <p:cNvSpPr>
            <a:spLocks noGrp="1"/>
          </p:cNvSpPr>
          <p:nvPr>
            <p:ph type="body" sz="quarter" idx="12"/>
          </p:nvPr>
        </p:nvSpPr>
        <p:spPr>
          <a:xfrm>
            <a:off x="3334904" y="1524000"/>
            <a:ext cx="2475384" cy="4576763"/>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Picture Placeholder 13" descr="Place pictogram here">
            <a:extLst>
              <a:ext uri="{FF2B5EF4-FFF2-40B4-BE49-F238E27FC236}">
                <a16:creationId xmlns:a16="http://schemas.microsoft.com/office/drawing/2014/main" id="{81413BEF-DDD1-548F-409B-224DE030B67E}"/>
              </a:ext>
            </a:extLst>
          </p:cNvPr>
          <p:cNvSpPr>
            <a:spLocks noGrp="1"/>
          </p:cNvSpPr>
          <p:nvPr>
            <p:ph type="pic" sz="quarter" idx="16" hasCustomPrompt="1"/>
          </p:nvPr>
        </p:nvSpPr>
        <p:spPr>
          <a:xfrm>
            <a:off x="6389168" y="288036"/>
            <a:ext cx="607997" cy="608076"/>
          </a:xfrm>
        </p:spPr>
        <p:txBody>
          <a:bodyPr anchor="ctr"/>
          <a:lstStyle>
            <a:lvl1pPr algn="ctr">
              <a:defRPr sz="800">
                <a:solidFill>
                  <a:schemeClr val="tx1"/>
                </a:solidFill>
              </a:defRPr>
            </a:lvl1pPr>
          </a:lstStyle>
          <a:p>
            <a:r>
              <a:rPr lang="en-US"/>
              <a:t>Pictogram</a:t>
            </a:r>
          </a:p>
        </p:txBody>
      </p:sp>
      <p:sp>
        <p:nvSpPr>
          <p:cNvPr id="11" name="Text Placeholder 9">
            <a:extLst>
              <a:ext uri="{FF2B5EF4-FFF2-40B4-BE49-F238E27FC236}">
                <a16:creationId xmlns:a16="http://schemas.microsoft.com/office/drawing/2014/main" id="{68C92137-8AC3-46D8-C9A2-F6F058938BEF}"/>
              </a:ext>
            </a:extLst>
          </p:cNvPr>
          <p:cNvSpPr>
            <a:spLocks noGrp="1"/>
          </p:cNvSpPr>
          <p:nvPr>
            <p:ph type="body" sz="quarter" idx="13"/>
          </p:nvPr>
        </p:nvSpPr>
        <p:spPr>
          <a:xfrm>
            <a:off x="6389168" y="1524000"/>
            <a:ext cx="2470738" cy="4576762"/>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Picture Placeholder 13" descr="Place pictogram here">
            <a:extLst>
              <a:ext uri="{FF2B5EF4-FFF2-40B4-BE49-F238E27FC236}">
                <a16:creationId xmlns:a16="http://schemas.microsoft.com/office/drawing/2014/main" id="{B37C3DBB-1177-5FC6-7F7F-E6C5931C9620}"/>
              </a:ext>
            </a:extLst>
          </p:cNvPr>
          <p:cNvSpPr>
            <a:spLocks noGrp="1"/>
          </p:cNvSpPr>
          <p:nvPr>
            <p:ph type="pic" sz="quarter" idx="17" hasCustomPrompt="1"/>
          </p:nvPr>
        </p:nvSpPr>
        <p:spPr>
          <a:xfrm>
            <a:off x="9428522" y="288036"/>
            <a:ext cx="607997" cy="608076"/>
          </a:xfrm>
        </p:spPr>
        <p:txBody>
          <a:bodyPr anchor="ctr"/>
          <a:lstStyle>
            <a:lvl1pPr algn="ctr">
              <a:defRPr sz="800">
                <a:solidFill>
                  <a:schemeClr val="tx1"/>
                </a:solidFill>
              </a:defRPr>
            </a:lvl1pPr>
          </a:lstStyle>
          <a:p>
            <a:r>
              <a:rPr lang="en-US"/>
              <a:t>Pictogram</a:t>
            </a:r>
          </a:p>
        </p:txBody>
      </p:sp>
      <p:sp>
        <p:nvSpPr>
          <p:cNvPr id="12" name="Text Placeholder 9">
            <a:extLst>
              <a:ext uri="{FF2B5EF4-FFF2-40B4-BE49-F238E27FC236}">
                <a16:creationId xmlns:a16="http://schemas.microsoft.com/office/drawing/2014/main" id="{AC380211-AA5F-2F8D-309F-DC766DF1EF52}"/>
              </a:ext>
            </a:extLst>
          </p:cNvPr>
          <p:cNvSpPr>
            <a:spLocks noGrp="1"/>
          </p:cNvSpPr>
          <p:nvPr>
            <p:ph type="body" sz="quarter" idx="14"/>
          </p:nvPr>
        </p:nvSpPr>
        <p:spPr>
          <a:xfrm>
            <a:off x="9430111" y="1524000"/>
            <a:ext cx="2470621" cy="4576763"/>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8C59ECBB-8567-F0FF-2B81-7CCA543AC3AF}"/>
              </a:ext>
            </a:extLst>
          </p:cNvPr>
          <p:cNvSpPr>
            <a:spLocks noGrp="1"/>
          </p:cNvSpPr>
          <p:nvPr>
            <p:ph type="ftr" sz="quarter" idx="18"/>
          </p:nvPr>
        </p:nvSpPr>
        <p:spPr>
          <a:xfrm>
            <a:off x="287963" y="6408000"/>
            <a:ext cx="2477765" cy="190500"/>
          </a:xfrm>
        </p:spPr>
        <p:txBody>
          <a:bodyPr/>
          <a:lstStyle/>
          <a:p>
            <a:endParaRPr lang="en-US"/>
          </a:p>
        </p:txBody>
      </p:sp>
      <p:sp>
        <p:nvSpPr>
          <p:cNvPr id="7" name="Slide Number">
            <a:extLst>
              <a:ext uri="{FF2B5EF4-FFF2-40B4-BE49-F238E27FC236}">
                <a16:creationId xmlns:a16="http://schemas.microsoft.com/office/drawing/2014/main" id="{193F0BFF-6925-3869-6436-5F209217E4E7}"/>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cxnSp>
        <p:nvCxnSpPr>
          <p:cNvPr id="4" name="Straight Connector 3" descr="Vertical column divider">
            <a:extLst>
              <a:ext uri="{FF2B5EF4-FFF2-40B4-BE49-F238E27FC236}">
                <a16:creationId xmlns:a16="http://schemas.microsoft.com/office/drawing/2014/main" id="{3EC1ADC5-863A-1C19-32F5-F71459CCBF15}"/>
              </a:ext>
            </a:extLst>
          </p:cNvPr>
          <p:cNvCxnSpPr>
            <a:cxnSpLocks/>
          </p:cNvCxnSpPr>
          <p:nvPr userDrawn="1"/>
        </p:nvCxnSpPr>
        <p:spPr bwMode="auto">
          <a:xfrm>
            <a:off x="3047603" y="285052"/>
            <a:ext cx="0" cy="581571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 name="Straight Connector 5" descr="Vertical column divider">
            <a:extLst>
              <a:ext uri="{FF2B5EF4-FFF2-40B4-BE49-F238E27FC236}">
                <a16:creationId xmlns:a16="http://schemas.microsoft.com/office/drawing/2014/main" id="{72E1DB67-171C-F7FE-B9F6-5778755FF746}"/>
              </a:ext>
            </a:extLst>
          </p:cNvPr>
          <p:cNvCxnSpPr>
            <a:cxnSpLocks/>
          </p:cNvCxnSpPr>
          <p:nvPr userDrawn="1"/>
        </p:nvCxnSpPr>
        <p:spPr bwMode="auto">
          <a:xfrm>
            <a:off x="6095270" y="285051"/>
            <a:ext cx="0" cy="58125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 name="Straight Connector 7" descr="Vertical column divider">
            <a:extLst>
              <a:ext uri="{FF2B5EF4-FFF2-40B4-BE49-F238E27FC236}">
                <a16:creationId xmlns:a16="http://schemas.microsoft.com/office/drawing/2014/main" id="{6EF3DAE3-95FD-80AD-F6F4-79B5745FA451}"/>
              </a:ext>
            </a:extLst>
          </p:cNvPr>
          <p:cNvCxnSpPr>
            <a:cxnSpLocks/>
          </p:cNvCxnSpPr>
          <p:nvPr userDrawn="1"/>
        </p:nvCxnSpPr>
        <p:spPr bwMode="auto">
          <a:xfrm>
            <a:off x="9142810" y="285051"/>
            <a:ext cx="0" cy="581104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415618655"/>
      </p:ext>
    </p:extLst>
  </p:cSld>
  <p:clrMapOvr>
    <a:masterClrMapping/>
  </p:clrMapOvr>
  <p:transition spd="med"/>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xt, 1 wide colum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63" y="192024"/>
            <a:ext cx="2470717" cy="1558989"/>
          </a:xfrm>
        </p:spPr>
        <p:txBody>
          <a:bodyPr/>
          <a:lstStyle>
            <a:lvl1pPr>
              <a:lnSpc>
                <a:spcPct val="100000"/>
              </a:lnSpc>
              <a:defRPr sz="3399">
                <a:solidFill>
                  <a:schemeClr val="tx2"/>
                </a:solidFill>
              </a:defRPr>
            </a:lvl1pPr>
          </a:lstStyle>
          <a:p>
            <a:r>
              <a:rPr lang="en-US"/>
              <a:t>Click to edit Master title style</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3334142" y="192024"/>
            <a:ext cx="2475385" cy="1100635"/>
          </a:xfrm>
        </p:spPr>
        <p:txBody>
          <a:bodyPr/>
          <a:lstStyle>
            <a:lvl1pPr>
              <a:lnSpc>
                <a:spcPct val="100000"/>
              </a:lnSpc>
              <a:spcBef>
                <a:spcPts val="0"/>
              </a:spcBef>
              <a:defRPr sz="3399">
                <a:solidFill>
                  <a:schemeClr val="tx2"/>
                </a:solidFill>
              </a:defRPr>
            </a:lvl1pPr>
            <a:lvl2pPr>
              <a:spcBef>
                <a:spcPts val="0"/>
              </a:spcBef>
              <a:defRPr sz="1400"/>
            </a:lvl2pPr>
            <a:lvl3pPr>
              <a:spcBef>
                <a:spcPts val="0"/>
              </a:spcBef>
              <a:defRPr sz="1400"/>
            </a:lvl3pPr>
            <a:lvl4pPr>
              <a:spcBef>
                <a:spcPts val="0"/>
              </a:spcBef>
              <a:defRPr sz="1400"/>
            </a:lvl4pPr>
            <a:lvl5pPr>
              <a:spcBef>
                <a:spcPts val="0"/>
              </a:spcBef>
              <a:defRPr sz="1400"/>
            </a:lvl5pPr>
          </a:lstStyle>
          <a:p>
            <a:pPr lvl="0"/>
            <a:r>
              <a:rPr lang="en-US"/>
              <a:t>Click to edit Master text styles</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3334143" y="1524000"/>
            <a:ext cx="2475384" cy="4576763"/>
          </a:xfrm>
        </p:spPr>
        <p:txBody>
          <a:bodyPr/>
          <a:lstStyle>
            <a:lvl1pPr>
              <a:spcBef>
                <a:spcPts val="0"/>
              </a:spcBef>
              <a:defRPr sz="1400" b="0" i="0">
                <a:solidFill>
                  <a:schemeClr val="tx1"/>
                </a:solidFill>
                <a:latin typeface="IBM Plex Sans Light" panose="020B0403050203000203" pitchFamily="34" charset="0"/>
              </a:defRPr>
            </a:lvl1pPr>
            <a:lvl2pPr marL="127990" indent="-127990">
              <a:spcBef>
                <a:spcPts val="0"/>
              </a:spcBef>
              <a:defRPr sz="1400" b="0" i="0">
                <a:solidFill>
                  <a:schemeClr val="tx1"/>
                </a:solidFill>
                <a:latin typeface="IBM Plex Sans Light" panose="020B0403050203000203" pitchFamily="34" charset="0"/>
              </a:defRPr>
            </a:lvl2pPr>
            <a:lvl3pPr marL="255981" indent="-127990">
              <a:spcBef>
                <a:spcPts val="0"/>
              </a:spcBef>
              <a:defRPr sz="1400" b="0" i="0">
                <a:solidFill>
                  <a:schemeClr val="tx1"/>
                </a:solidFill>
                <a:latin typeface="IBM Plex Sans Light" panose="020B0403050203000203" pitchFamily="34" charset="0"/>
              </a:defRPr>
            </a:lvl3pPr>
            <a:lvl4pPr marL="383971" indent="-127990">
              <a:spcBef>
                <a:spcPts val="0"/>
              </a:spcBef>
              <a:defRPr sz="1400" b="0" i="0">
                <a:solidFill>
                  <a:schemeClr val="tx1"/>
                </a:solidFill>
                <a:latin typeface="IBM Plex Sans Light" panose="020B0403050203000203" pitchFamily="34" charset="0"/>
              </a:defRPr>
            </a:lvl4pPr>
            <a:lvl5pPr>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6381745" y="1524000"/>
            <a:ext cx="5047593" cy="4576763"/>
          </a:xfrm>
        </p:spPr>
        <p:txBody>
          <a:bodyPr/>
          <a:lstStyle>
            <a:lvl1pPr>
              <a:spcBef>
                <a:spcPts val="0"/>
              </a:spcBef>
              <a:defRPr sz="1400" b="0" i="0">
                <a:solidFill>
                  <a:schemeClr val="tx1"/>
                </a:solidFill>
                <a:latin typeface="IBM Plex Sans Light" panose="020B0403050203000203" pitchFamily="34" charset="0"/>
              </a:defRPr>
            </a:lvl1pPr>
            <a:lvl2pPr marL="127990" indent="-127990">
              <a:spcBef>
                <a:spcPts val="0"/>
              </a:spcBef>
              <a:defRPr sz="1400" b="0" i="0">
                <a:solidFill>
                  <a:schemeClr val="tx1"/>
                </a:solidFill>
                <a:latin typeface="IBM Plex Sans Light" panose="020B0403050203000203" pitchFamily="34" charset="0"/>
              </a:defRPr>
            </a:lvl2pPr>
            <a:lvl3pPr marL="255981" indent="-127990">
              <a:spcBef>
                <a:spcPts val="0"/>
              </a:spcBef>
              <a:defRPr sz="1400" b="0" i="0">
                <a:solidFill>
                  <a:schemeClr val="tx1"/>
                </a:solidFill>
                <a:latin typeface="IBM Plex Sans Light" panose="020B0403050203000203" pitchFamily="34" charset="0"/>
              </a:defRPr>
            </a:lvl3pPr>
            <a:lvl4pPr marL="383971" indent="-127990">
              <a:spcBef>
                <a:spcPts val="0"/>
              </a:spcBef>
              <a:defRPr sz="1400" b="0" i="0">
                <a:solidFill>
                  <a:schemeClr val="tx1"/>
                </a:solidFill>
                <a:latin typeface="IBM Plex Sans Light" panose="020B0403050203000203" pitchFamily="34" charset="0"/>
              </a:defRPr>
            </a:lvl4pPr>
            <a:lvl5pPr>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FC93AC5E-9451-FF93-87DD-889A48A00DD1}"/>
              </a:ext>
            </a:extLst>
          </p:cNvPr>
          <p:cNvSpPr>
            <a:spLocks noGrp="1"/>
          </p:cNvSpPr>
          <p:nvPr>
            <p:ph type="ftr" sz="quarter" idx="18"/>
          </p:nvPr>
        </p:nvSpPr>
        <p:spPr>
          <a:xfrm>
            <a:off x="287963" y="6408000"/>
            <a:ext cx="2477765" cy="190500"/>
          </a:xfrm>
        </p:spPr>
        <p:txBody>
          <a:bodyPr/>
          <a:lstStyle/>
          <a:p>
            <a:endParaRPr lang="en-US"/>
          </a:p>
        </p:txBody>
      </p:sp>
      <p:sp>
        <p:nvSpPr>
          <p:cNvPr id="8" name="Slide Number">
            <a:extLst>
              <a:ext uri="{FF2B5EF4-FFF2-40B4-BE49-F238E27FC236}">
                <a16:creationId xmlns:a16="http://schemas.microsoft.com/office/drawing/2014/main" id="{D1F6E83E-BB80-D71A-7819-884C0CD4799E}"/>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586955890"/>
      </p:ext>
    </p:extLst>
  </p:cSld>
  <p:clrMapOvr>
    <a:masterClrMapping/>
  </p:clrMapOvr>
  <p:transition spd="med"/>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2 wide colum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46C39-902F-3DA0-AAF4-319DA8AE384D}"/>
              </a:ext>
            </a:extLst>
          </p:cNvPr>
          <p:cNvSpPr>
            <a:spLocks noGrp="1"/>
          </p:cNvSpPr>
          <p:nvPr>
            <p:ph type="title"/>
          </p:nvPr>
        </p:nvSpPr>
        <p:spPr>
          <a:xfrm>
            <a:off x="287963" y="288036"/>
            <a:ext cx="3711980" cy="953294"/>
          </a:xfrm>
        </p:spPr>
        <p:txBody>
          <a:bodyPr/>
          <a:lstStyle>
            <a:lvl1pPr>
              <a:lnSpc>
                <a:spcPct val="110000"/>
              </a:lnSpc>
              <a:defRPr sz="1800">
                <a:solidFill>
                  <a:schemeClr val="tx2"/>
                </a:solidFill>
              </a:defRPr>
            </a:lvl1pPr>
          </a:lstStyle>
          <a:p>
            <a:r>
              <a:rPr lang="en-US"/>
              <a:t>Click to edit Master title style</a:t>
            </a:r>
          </a:p>
        </p:txBody>
      </p:sp>
      <p:sp>
        <p:nvSpPr>
          <p:cNvPr id="5" name="Text Placeholder 4">
            <a:extLst>
              <a:ext uri="{FF2B5EF4-FFF2-40B4-BE49-F238E27FC236}">
                <a16:creationId xmlns:a16="http://schemas.microsoft.com/office/drawing/2014/main" id="{DABBA43D-8D00-4EDB-B803-D1EEE6CE2CB5}"/>
              </a:ext>
            </a:extLst>
          </p:cNvPr>
          <p:cNvSpPr>
            <a:spLocks noGrp="1"/>
          </p:cNvSpPr>
          <p:nvPr>
            <p:ph type="body" sz="quarter" idx="11"/>
          </p:nvPr>
        </p:nvSpPr>
        <p:spPr>
          <a:xfrm>
            <a:off x="287963" y="1524000"/>
            <a:ext cx="5049180" cy="4576762"/>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D32DCE7C-29C5-BC86-B154-7DD0C4F0553A}"/>
              </a:ext>
            </a:extLst>
          </p:cNvPr>
          <p:cNvSpPr>
            <a:spLocks noGrp="1"/>
          </p:cNvSpPr>
          <p:nvPr>
            <p:ph type="body" sz="quarter" idx="12"/>
          </p:nvPr>
        </p:nvSpPr>
        <p:spPr>
          <a:xfrm>
            <a:off x="6389168" y="1524000"/>
            <a:ext cx="5047593" cy="4576763"/>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C9E836C4-97D9-E198-E7C4-C2E94BADE6BD}"/>
              </a:ext>
            </a:extLst>
          </p:cNvPr>
          <p:cNvSpPr>
            <a:spLocks noGrp="1"/>
          </p:cNvSpPr>
          <p:nvPr>
            <p:ph type="ftr" sz="quarter" idx="18"/>
          </p:nvPr>
        </p:nvSpPr>
        <p:spPr>
          <a:xfrm>
            <a:off x="287963" y="6408000"/>
            <a:ext cx="2477765" cy="190500"/>
          </a:xfrm>
        </p:spPr>
        <p:txBody>
          <a:bodyPr/>
          <a:lstStyle/>
          <a:p>
            <a:endParaRPr lang="en-US"/>
          </a:p>
        </p:txBody>
      </p:sp>
      <p:sp>
        <p:nvSpPr>
          <p:cNvPr id="8" name="Slide Number">
            <a:extLst>
              <a:ext uri="{FF2B5EF4-FFF2-40B4-BE49-F238E27FC236}">
                <a16:creationId xmlns:a16="http://schemas.microsoft.com/office/drawing/2014/main" id="{A861A72C-9D4B-8178-79CE-382DDE87CD24}"/>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654278641"/>
      </p:ext>
    </p:extLst>
  </p:cSld>
  <p:clrMapOvr>
    <a:masterClrMapping/>
  </p:clrMapOvr>
  <p:transition spd="med"/>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2 column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287963" y="192024"/>
            <a:ext cx="5517527" cy="2105089"/>
          </a:xfrm>
        </p:spPr>
        <p:txBody>
          <a:bodyPr rIns="457200"/>
          <a:lstStyle>
            <a:lvl1pPr>
              <a:lnSpc>
                <a:spcPct val="100000"/>
              </a:lnSpc>
              <a:defRPr sz="3399">
                <a:solidFill>
                  <a:schemeClr val="tx2"/>
                </a:solidFill>
              </a:defRPr>
            </a:lvl1pPr>
          </a:lstStyle>
          <a:p>
            <a:r>
              <a:rPr lang="en-US"/>
              <a:t>Click to edit Master title style</a:t>
            </a:r>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6382507" y="288035"/>
            <a:ext cx="2474590" cy="580955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9430110" y="288035"/>
            <a:ext cx="2470622" cy="580955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A8BE2778-A9AA-3756-3479-C4A6DD4F0F00}"/>
              </a:ext>
            </a:extLst>
          </p:cNvPr>
          <p:cNvSpPr>
            <a:spLocks noGrp="1"/>
          </p:cNvSpPr>
          <p:nvPr>
            <p:ph type="ftr" sz="quarter" idx="18"/>
          </p:nvPr>
        </p:nvSpPr>
        <p:spPr>
          <a:xfrm>
            <a:off x="287963" y="6408000"/>
            <a:ext cx="2477765" cy="190500"/>
          </a:xfrm>
        </p:spPr>
        <p:txBody>
          <a:bodyPr/>
          <a:lstStyle/>
          <a:p>
            <a:endParaRPr lang="en-US"/>
          </a:p>
        </p:txBody>
      </p:sp>
      <p:sp>
        <p:nvSpPr>
          <p:cNvPr id="8" name="Slide Number">
            <a:extLst>
              <a:ext uri="{FF2B5EF4-FFF2-40B4-BE49-F238E27FC236}">
                <a16:creationId xmlns:a16="http://schemas.microsoft.com/office/drawing/2014/main" id="{31D49C41-81F4-5A73-2F6D-EF2D5E383721}"/>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451876991"/>
      </p:ext>
    </p:extLst>
  </p:cSld>
  <p:clrMapOvr>
    <a:masterClrMapping/>
  </p:clrMapOvr>
  <p:transition spd="med"/>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xt, 2 column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287963" y="288036"/>
            <a:ext cx="2470717" cy="1997964"/>
          </a:xfrm>
        </p:spPr>
        <p:txBody>
          <a:bodyPr/>
          <a:lstStyle>
            <a:lvl1pPr>
              <a:lnSpc>
                <a:spcPct val="110000"/>
              </a:lnSpc>
              <a:defRPr sz="1800">
                <a:solidFill>
                  <a:schemeClr val="tx2"/>
                </a:solidFill>
              </a:defRPr>
            </a:lvl1pPr>
          </a:lstStyle>
          <a:p>
            <a:r>
              <a:rPr lang="en-US"/>
              <a:t>Click to edit Master title style</a:t>
            </a:r>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6389168" y="288000"/>
            <a:ext cx="2476178" cy="581104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9430110" y="288000"/>
            <a:ext cx="2470622" cy="581104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CB9B0455-A1CF-B58E-3124-86D0B0DD2BB2}"/>
              </a:ext>
            </a:extLst>
          </p:cNvPr>
          <p:cNvSpPr>
            <a:spLocks noGrp="1"/>
          </p:cNvSpPr>
          <p:nvPr>
            <p:ph type="ftr" sz="quarter" idx="18"/>
          </p:nvPr>
        </p:nvSpPr>
        <p:spPr>
          <a:xfrm>
            <a:off x="287963" y="6408000"/>
            <a:ext cx="2477765" cy="190500"/>
          </a:xfrm>
        </p:spPr>
        <p:txBody>
          <a:bodyPr/>
          <a:lstStyle/>
          <a:p>
            <a:endParaRPr lang="en-US"/>
          </a:p>
        </p:txBody>
      </p:sp>
      <p:sp>
        <p:nvSpPr>
          <p:cNvPr id="8" name="Slide Number">
            <a:extLst>
              <a:ext uri="{FF2B5EF4-FFF2-40B4-BE49-F238E27FC236}">
                <a16:creationId xmlns:a16="http://schemas.microsoft.com/office/drawing/2014/main" id="{964E5562-E403-533D-BEAD-AB50713ED183}"/>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08481898"/>
      </p:ext>
    </p:extLst>
  </p:cSld>
  <p:clrMapOvr>
    <a:masterClrMapping/>
  </p:clrMapOvr>
  <p:transition spd="med"/>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2 columns, divider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287963" y="192024"/>
            <a:ext cx="5519019" cy="2105088"/>
          </a:xfrm>
        </p:spPr>
        <p:txBody>
          <a:bodyPr rIns="457200"/>
          <a:lstStyle>
            <a:lvl1pPr>
              <a:lnSpc>
                <a:spcPct val="100000"/>
              </a:lnSpc>
              <a:defRPr sz="3399">
                <a:solidFill>
                  <a:schemeClr val="tx2"/>
                </a:solidFill>
              </a:defRPr>
            </a:lvl1pPr>
          </a:lstStyle>
          <a:p>
            <a:r>
              <a:rPr lang="en-US"/>
              <a:t>Click to edit Master title style</a:t>
            </a:r>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6389168" y="288036"/>
            <a:ext cx="2476178" cy="938881"/>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6389168" y="1524000"/>
            <a:ext cx="2476178" cy="4576763"/>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22" indent="-91422">
              <a:lnSpc>
                <a:spcPct val="110000"/>
              </a:lnSpc>
              <a:spcBef>
                <a:spcPts val="0"/>
              </a:spcBef>
              <a:defRPr sz="1000" b="0" i="0">
                <a:solidFill>
                  <a:schemeClr val="tx1"/>
                </a:solidFill>
                <a:latin typeface="IBM Plex Sans" panose="020B0503050203000203" pitchFamily="34" charset="0"/>
              </a:defRPr>
            </a:lvl2pPr>
            <a:lvl3pPr marL="182843" indent="-91422">
              <a:lnSpc>
                <a:spcPct val="110000"/>
              </a:lnSpc>
              <a:spcBef>
                <a:spcPts val="0"/>
              </a:spcBef>
              <a:defRPr sz="1000" b="0" i="0">
                <a:solidFill>
                  <a:schemeClr val="tx1"/>
                </a:solidFill>
                <a:latin typeface="IBM Plex Sans" panose="020B0503050203000203" pitchFamily="34" charset="0"/>
              </a:defRPr>
            </a:lvl3pPr>
            <a:lvl4pPr marL="274265" indent="-91422">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9428522" y="288036"/>
            <a:ext cx="2479352" cy="938881"/>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9430109" y="1524000"/>
            <a:ext cx="2476178" cy="4576762"/>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22" indent="-91422">
              <a:lnSpc>
                <a:spcPct val="110000"/>
              </a:lnSpc>
              <a:spcBef>
                <a:spcPts val="0"/>
              </a:spcBef>
              <a:defRPr sz="1000" b="0" i="0">
                <a:solidFill>
                  <a:schemeClr val="tx1"/>
                </a:solidFill>
                <a:latin typeface="IBM Plex Sans" panose="020B0503050203000203" pitchFamily="34" charset="0"/>
              </a:defRPr>
            </a:lvl2pPr>
            <a:lvl3pPr marL="182843" indent="-91422">
              <a:lnSpc>
                <a:spcPct val="110000"/>
              </a:lnSpc>
              <a:spcBef>
                <a:spcPts val="0"/>
              </a:spcBef>
              <a:defRPr sz="1000" b="0" i="0">
                <a:solidFill>
                  <a:schemeClr val="tx1"/>
                </a:solidFill>
                <a:latin typeface="IBM Plex Sans" panose="020B0503050203000203" pitchFamily="34" charset="0"/>
              </a:defRPr>
            </a:lvl3pPr>
            <a:lvl4pPr marL="274265" indent="-91422">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C196BE21-C69D-85CB-EE77-49D2E4993A04}"/>
              </a:ext>
            </a:extLst>
          </p:cNvPr>
          <p:cNvSpPr>
            <a:spLocks noGrp="1"/>
          </p:cNvSpPr>
          <p:nvPr>
            <p:ph type="ftr" sz="quarter" idx="20"/>
          </p:nvPr>
        </p:nvSpPr>
        <p:spPr>
          <a:xfrm>
            <a:off x="287963" y="6408000"/>
            <a:ext cx="2477765" cy="190500"/>
          </a:xfrm>
        </p:spPr>
        <p:txBody>
          <a:bodyPr/>
          <a:lstStyle/>
          <a:p>
            <a:endParaRPr lang="en-US"/>
          </a:p>
        </p:txBody>
      </p:sp>
      <p:sp>
        <p:nvSpPr>
          <p:cNvPr id="8" name="Slide Number">
            <a:extLst>
              <a:ext uri="{FF2B5EF4-FFF2-40B4-BE49-F238E27FC236}">
                <a16:creationId xmlns:a16="http://schemas.microsoft.com/office/drawing/2014/main" id="{DBB179B0-7DF8-112C-BC38-B65090C6DD68}"/>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532993472"/>
      </p:ext>
    </p:extLst>
  </p:cSld>
  <p:clrMapOvr>
    <a:masterClrMapping/>
  </p:clrMapOvr>
  <p:transition spd="med"/>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xt, 2 columns, divider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287962" y="288036"/>
            <a:ext cx="2474591" cy="1997964"/>
          </a:xfrm>
        </p:spPr>
        <p:txBody>
          <a:bodyPr rIns="0"/>
          <a:lstStyle>
            <a:lvl1pPr>
              <a:lnSpc>
                <a:spcPct val="110000"/>
              </a:lnSpc>
              <a:defRPr sz="1400">
                <a:solidFill>
                  <a:schemeClr val="tx2"/>
                </a:solidFill>
              </a:defRPr>
            </a:lvl1pPr>
          </a:lstStyle>
          <a:p>
            <a:r>
              <a:rPr lang="en-US"/>
              <a:t>Click to edit Master title style</a:t>
            </a:r>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6389168" y="288036"/>
            <a:ext cx="2476178" cy="938881"/>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6389168" y="1524000"/>
            <a:ext cx="2476178" cy="4576763"/>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22" indent="-91422">
              <a:lnSpc>
                <a:spcPct val="110000"/>
              </a:lnSpc>
              <a:spcBef>
                <a:spcPts val="0"/>
              </a:spcBef>
              <a:defRPr sz="1000" b="0" i="0">
                <a:solidFill>
                  <a:schemeClr val="tx1"/>
                </a:solidFill>
                <a:latin typeface="IBM Plex Sans" panose="020B0503050203000203" pitchFamily="34" charset="0"/>
              </a:defRPr>
            </a:lvl2pPr>
            <a:lvl3pPr marL="182843" indent="-91422">
              <a:lnSpc>
                <a:spcPct val="110000"/>
              </a:lnSpc>
              <a:spcBef>
                <a:spcPts val="0"/>
              </a:spcBef>
              <a:defRPr sz="1000" b="0" i="0">
                <a:solidFill>
                  <a:schemeClr val="tx1"/>
                </a:solidFill>
                <a:latin typeface="IBM Plex Sans" panose="020B0503050203000203" pitchFamily="34" charset="0"/>
              </a:defRPr>
            </a:lvl3pPr>
            <a:lvl4pPr marL="274265" indent="-91422">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9430110" y="288036"/>
            <a:ext cx="2470717" cy="938881"/>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9430109" y="1524000"/>
            <a:ext cx="2476178" cy="4576763"/>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22" indent="-91422">
              <a:lnSpc>
                <a:spcPct val="110000"/>
              </a:lnSpc>
              <a:spcBef>
                <a:spcPts val="0"/>
              </a:spcBef>
              <a:defRPr sz="1000" b="0" i="0">
                <a:solidFill>
                  <a:schemeClr val="tx1"/>
                </a:solidFill>
                <a:latin typeface="IBM Plex Sans" panose="020B0503050203000203" pitchFamily="34" charset="0"/>
              </a:defRPr>
            </a:lvl2pPr>
            <a:lvl3pPr marL="182843" indent="-91422">
              <a:lnSpc>
                <a:spcPct val="110000"/>
              </a:lnSpc>
              <a:spcBef>
                <a:spcPts val="0"/>
              </a:spcBef>
              <a:defRPr sz="1000" b="0" i="0">
                <a:solidFill>
                  <a:schemeClr val="tx1"/>
                </a:solidFill>
                <a:latin typeface="IBM Plex Sans" panose="020B0503050203000203" pitchFamily="34" charset="0"/>
              </a:defRPr>
            </a:lvl3pPr>
            <a:lvl4pPr marL="274265" indent="-91422">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12FA1770-E046-DD8F-9F28-19D80D1D67C2}"/>
              </a:ext>
            </a:extLst>
          </p:cNvPr>
          <p:cNvSpPr>
            <a:spLocks noGrp="1"/>
          </p:cNvSpPr>
          <p:nvPr>
            <p:ph type="ftr" sz="quarter" idx="20"/>
          </p:nvPr>
        </p:nvSpPr>
        <p:spPr>
          <a:xfrm>
            <a:off x="287963" y="6408000"/>
            <a:ext cx="2477765" cy="190500"/>
          </a:xfrm>
        </p:spPr>
        <p:txBody>
          <a:bodyPr/>
          <a:lstStyle/>
          <a:p>
            <a:endParaRPr lang="en-US"/>
          </a:p>
        </p:txBody>
      </p:sp>
      <p:sp>
        <p:nvSpPr>
          <p:cNvPr id="8" name="Slide Number">
            <a:extLst>
              <a:ext uri="{FF2B5EF4-FFF2-40B4-BE49-F238E27FC236}">
                <a16:creationId xmlns:a16="http://schemas.microsoft.com/office/drawing/2014/main" id="{91ADA982-549A-4D2D-490A-DE5610A50878}"/>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963275022"/>
      </p:ext>
    </p:extLst>
  </p:cSld>
  <p:clrMapOvr>
    <a:masterClrMapping/>
  </p:clrMapOvr>
  <p:transition spd="med"/>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ext, 2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63" y="192024"/>
            <a:ext cx="2474590" cy="2105089"/>
          </a:xfrm>
        </p:spPr>
        <p:txBody>
          <a:bodyPr/>
          <a:lstStyle>
            <a:lvl1pPr>
              <a:lnSpc>
                <a:spcPct val="100000"/>
              </a:lnSpc>
              <a:defRPr sz="3399">
                <a:solidFill>
                  <a:schemeClr val="tx2"/>
                </a:solidFill>
              </a:defRPr>
            </a:lvl1pPr>
          </a:lstStyle>
          <a:p>
            <a:r>
              <a:rPr lang="en-US"/>
              <a:t>Click to edit Master title style</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3334142" y="192024"/>
            <a:ext cx="2477765" cy="1555292"/>
          </a:xfrm>
        </p:spPr>
        <p:txBody>
          <a:bodyPr/>
          <a:lstStyle>
            <a:lvl1pPr>
              <a:lnSpc>
                <a:spcPct val="100000"/>
              </a:lnSpc>
              <a:spcBef>
                <a:spcPts val="0"/>
              </a:spcBef>
              <a:defRPr sz="3399">
                <a:solidFill>
                  <a:schemeClr val="tx2"/>
                </a:solidFill>
              </a:defRPr>
            </a:lvl1pPr>
            <a:lvl2pPr>
              <a:lnSpc>
                <a:spcPct val="90000"/>
              </a:lnSpc>
              <a:spcBef>
                <a:spcPts val="0"/>
              </a:spcBef>
              <a:defRPr sz="1400"/>
            </a:lvl2pPr>
            <a:lvl3pPr>
              <a:lnSpc>
                <a:spcPct val="90000"/>
              </a:lnSpc>
              <a:spcBef>
                <a:spcPts val="0"/>
              </a:spcBef>
              <a:defRPr sz="1400"/>
            </a:lvl3pPr>
            <a:lvl4pPr>
              <a:lnSpc>
                <a:spcPct val="90000"/>
              </a:lnSpc>
              <a:spcBef>
                <a:spcPts val="0"/>
              </a:spcBef>
              <a:defRPr sz="1400"/>
            </a:lvl4pPr>
            <a:lvl5pPr>
              <a:lnSpc>
                <a:spcPct val="90000"/>
              </a:lnSpc>
              <a:spcBef>
                <a:spcPts val="0"/>
              </a:spcBef>
              <a:defRPr sz="1400"/>
            </a:lvl5pPr>
          </a:lstStyle>
          <a:p>
            <a:pPr lvl="0"/>
            <a:r>
              <a:rPr lang="en-US"/>
              <a:t>Click to edit Master text styles</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3334904" y="1508395"/>
            <a:ext cx="2475384" cy="4594294"/>
          </a:xfrm>
        </p:spPr>
        <p:txBody>
          <a:bodyPr/>
          <a:lstStyle>
            <a:lvl1pPr>
              <a:spcBef>
                <a:spcPts val="0"/>
              </a:spcBef>
              <a:defRPr sz="1400" b="0" i="0">
                <a:solidFill>
                  <a:schemeClr val="tx1"/>
                </a:solidFill>
                <a:latin typeface="IBM Plex Sans Light" panose="020B0403050203000203" pitchFamily="34" charset="0"/>
              </a:defRPr>
            </a:lvl1pPr>
            <a:lvl2pPr marL="127990" indent="-127990">
              <a:spcBef>
                <a:spcPts val="0"/>
              </a:spcBef>
              <a:defRPr sz="1400" b="0" i="0">
                <a:solidFill>
                  <a:schemeClr val="tx1"/>
                </a:solidFill>
                <a:latin typeface="IBM Plex Sans Light" panose="020B0403050203000203" pitchFamily="34" charset="0"/>
              </a:defRPr>
            </a:lvl2pPr>
            <a:lvl3pPr marL="255981" indent="-127990">
              <a:spcBef>
                <a:spcPts val="0"/>
              </a:spcBef>
              <a:defRPr sz="1400" b="0" i="0">
                <a:solidFill>
                  <a:schemeClr val="tx1"/>
                </a:solidFill>
                <a:latin typeface="IBM Plex Sans Light" panose="020B0403050203000203" pitchFamily="34" charset="0"/>
              </a:defRPr>
            </a:lvl3pPr>
            <a:lvl4pPr marL="383971" indent="-127990">
              <a:spcBef>
                <a:spcPts val="0"/>
              </a:spcBef>
              <a:defRPr sz="1400" b="0" i="0">
                <a:solidFill>
                  <a:schemeClr val="tx1"/>
                </a:solidFill>
                <a:latin typeface="IBM Plex Sans Light" panose="020B0403050203000203" pitchFamily="34" charset="0"/>
              </a:defRPr>
            </a:lvl4pPr>
            <a:lvl5pPr>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Picture Placeholder 4" descr="Place pictogram here">
            <a:extLst>
              <a:ext uri="{FF2B5EF4-FFF2-40B4-BE49-F238E27FC236}">
                <a16:creationId xmlns:a16="http://schemas.microsoft.com/office/drawing/2014/main" id="{4E8FFEFF-CCD0-A436-418A-5FB8624CCC89}"/>
              </a:ext>
            </a:extLst>
          </p:cNvPr>
          <p:cNvSpPr>
            <a:spLocks noGrp="1" noChangeAspect="1"/>
          </p:cNvSpPr>
          <p:nvPr>
            <p:ph type="pic" sz="quarter" idx="16" hasCustomPrompt="1"/>
          </p:nvPr>
        </p:nvSpPr>
        <p:spPr>
          <a:xfrm>
            <a:off x="6389168" y="288036"/>
            <a:ext cx="607997" cy="607231"/>
          </a:xfrm>
        </p:spPr>
        <p:txBody>
          <a:bodyPr anchor="ctr"/>
          <a:lstStyle>
            <a:lvl1pPr algn="ctr">
              <a:defRPr sz="800">
                <a:solidFill>
                  <a:schemeClr val="tx1"/>
                </a:solidFill>
              </a:defRPr>
            </a:lvl1pPr>
          </a:lstStyle>
          <a:p>
            <a:r>
              <a:rPr lang="en-US"/>
              <a:t>Pictogram</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6389168" y="1524000"/>
            <a:ext cx="2476178" cy="4576763"/>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Picture Placeholder 11" descr="Place pictogram here">
            <a:extLst>
              <a:ext uri="{FF2B5EF4-FFF2-40B4-BE49-F238E27FC236}">
                <a16:creationId xmlns:a16="http://schemas.microsoft.com/office/drawing/2014/main" id="{484E55D7-CBB2-992D-3E77-5CB7B7CADA9C}"/>
              </a:ext>
            </a:extLst>
          </p:cNvPr>
          <p:cNvSpPr>
            <a:spLocks noGrp="1" noChangeAspect="1"/>
          </p:cNvSpPr>
          <p:nvPr>
            <p:ph type="pic" sz="quarter" idx="17" hasCustomPrompt="1"/>
          </p:nvPr>
        </p:nvSpPr>
        <p:spPr>
          <a:xfrm>
            <a:off x="9428522" y="288036"/>
            <a:ext cx="608843" cy="608076"/>
          </a:xfrm>
        </p:spPr>
        <p:txBody>
          <a:bodyPr anchor="ctr"/>
          <a:lstStyle>
            <a:lvl1pPr algn="ctr">
              <a:defRPr sz="800">
                <a:solidFill>
                  <a:schemeClr val="tx1"/>
                </a:solidFill>
              </a:defRPr>
            </a:lvl1pPr>
          </a:lstStyle>
          <a:p>
            <a:r>
              <a:rPr lang="en-US"/>
              <a:t>Pictogram</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9428522" y="1524000"/>
            <a:ext cx="2479352" cy="4576763"/>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E7E14D98-D346-214C-0437-7A0B4A7F3F06}"/>
              </a:ext>
            </a:extLst>
          </p:cNvPr>
          <p:cNvSpPr>
            <a:spLocks noGrp="1"/>
          </p:cNvSpPr>
          <p:nvPr>
            <p:ph type="ftr" sz="quarter" idx="18"/>
          </p:nvPr>
        </p:nvSpPr>
        <p:spPr>
          <a:xfrm>
            <a:off x="290474" y="6411643"/>
            <a:ext cx="2477765" cy="190500"/>
          </a:xfrm>
        </p:spPr>
        <p:txBody>
          <a:bodyPr/>
          <a:lstStyle/>
          <a:p>
            <a:endParaRPr lang="en-US"/>
          </a:p>
        </p:txBody>
      </p:sp>
      <p:sp>
        <p:nvSpPr>
          <p:cNvPr id="10" name="Slide Number">
            <a:extLst>
              <a:ext uri="{FF2B5EF4-FFF2-40B4-BE49-F238E27FC236}">
                <a16:creationId xmlns:a16="http://schemas.microsoft.com/office/drawing/2014/main" id="{8CDC5D22-5EFB-A82A-2192-76A569B4B0D5}"/>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cxnSp>
        <p:nvCxnSpPr>
          <p:cNvPr id="8" name="Straight Connector 7" descr="Vertical column divider">
            <a:extLst>
              <a:ext uri="{FF2B5EF4-FFF2-40B4-BE49-F238E27FC236}">
                <a16:creationId xmlns:a16="http://schemas.microsoft.com/office/drawing/2014/main" id="{75E2B956-D8A8-9075-0842-BD0DAFFD4122}"/>
              </a:ext>
            </a:extLst>
          </p:cNvPr>
          <p:cNvCxnSpPr>
            <a:cxnSpLocks/>
          </p:cNvCxnSpPr>
          <p:nvPr userDrawn="1"/>
        </p:nvCxnSpPr>
        <p:spPr bwMode="auto">
          <a:xfrm>
            <a:off x="6095270" y="285051"/>
            <a:ext cx="0" cy="58125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5" name="Straight Connector 14" descr="Vertical column divider">
            <a:extLst>
              <a:ext uri="{FF2B5EF4-FFF2-40B4-BE49-F238E27FC236}">
                <a16:creationId xmlns:a16="http://schemas.microsoft.com/office/drawing/2014/main" id="{BE2C4D34-A499-856F-2ED0-C6A511B884A1}"/>
              </a:ext>
            </a:extLst>
          </p:cNvPr>
          <p:cNvCxnSpPr>
            <a:cxnSpLocks/>
          </p:cNvCxnSpPr>
          <p:nvPr userDrawn="1"/>
        </p:nvCxnSpPr>
        <p:spPr bwMode="auto">
          <a:xfrm>
            <a:off x="9142810" y="285051"/>
            <a:ext cx="0" cy="58125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25882491"/>
      </p:ext>
    </p:extLst>
  </p:cSld>
  <p:clrMapOvr>
    <a:masterClrMapping/>
  </p:clrMapOvr>
  <p:transition spd="med"/>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oxes, 4 stacked wide, pictograms">
    <p:bg>
      <p:bgPr>
        <a:solidFill>
          <a:schemeClr val="bg1"/>
        </a:solidFill>
        <a:effectLst/>
      </p:bgPr>
    </p:bg>
    <p:spTree>
      <p:nvGrpSpPr>
        <p:cNvPr id="1" name=""/>
        <p:cNvGrpSpPr/>
        <p:nvPr/>
      </p:nvGrpSpPr>
      <p:grpSpPr>
        <a:xfrm>
          <a:off x="0" y="0"/>
          <a:ext cx="0" cy="0"/>
          <a:chOff x="0" y="0"/>
          <a:chExt cx="0" cy="0"/>
        </a:xfrm>
      </p:grpSpPr>
      <p:sp>
        <p:nvSpPr>
          <p:cNvPr id="13" name="Picture Placeholder 12" descr="Place pictogram here">
            <a:extLst>
              <a:ext uri="{FF2B5EF4-FFF2-40B4-BE49-F238E27FC236}">
                <a16:creationId xmlns:a16="http://schemas.microsoft.com/office/drawing/2014/main" id="{30AB5158-BCB8-39EE-DA85-F2CD01699FBB}"/>
              </a:ext>
            </a:extLst>
          </p:cNvPr>
          <p:cNvSpPr>
            <a:spLocks noGrp="1"/>
          </p:cNvSpPr>
          <p:nvPr>
            <p:ph type="pic" sz="quarter" idx="15" hasCustomPrompt="1"/>
          </p:nvPr>
        </p:nvSpPr>
        <p:spPr>
          <a:xfrm>
            <a:off x="287998" y="288036"/>
            <a:ext cx="607997" cy="608076"/>
          </a:xfrm>
        </p:spPr>
        <p:txBody>
          <a:bodyPr anchor="ctr"/>
          <a:lstStyle>
            <a:lvl1pPr algn="ctr">
              <a:defRPr sz="800"/>
            </a:lvl1pPr>
          </a:lstStyle>
          <a:p>
            <a:r>
              <a:rPr lang="en-US"/>
              <a:t>Pictogram</a:t>
            </a:r>
          </a:p>
        </p:txBody>
      </p:sp>
      <p:sp>
        <p:nvSpPr>
          <p:cNvPr id="5" name="Text Placeholder 4">
            <a:extLst>
              <a:ext uri="{FF2B5EF4-FFF2-40B4-BE49-F238E27FC236}">
                <a16:creationId xmlns:a16="http://schemas.microsoft.com/office/drawing/2014/main" id="{931099CB-CB87-D5D5-506D-4B49C08161D3}"/>
              </a:ext>
            </a:extLst>
          </p:cNvPr>
          <p:cNvSpPr>
            <a:spLocks noGrp="1"/>
          </p:cNvSpPr>
          <p:nvPr>
            <p:ph type="body" sz="quarter" idx="11"/>
          </p:nvPr>
        </p:nvSpPr>
        <p:spPr>
          <a:xfrm>
            <a:off x="287999" y="1239012"/>
            <a:ext cx="3334903" cy="1524000"/>
          </a:xfrm>
        </p:spPr>
        <p:txBody>
          <a:bodyPr/>
          <a:lstStyle>
            <a:lvl1pPr>
              <a:lnSpc>
                <a:spcPct val="100000"/>
              </a:lnSpc>
              <a:spcBef>
                <a:spcPts val="0"/>
              </a:spcBef>
              <a:defRPr sz="2100">
                <a:solidFill>
                  <a:schemeClr val="tx1"/>
                </a:solidFill>
              </a:defRPr>
            </a:lvl1pPr>
            <a:lvl2pPr marL="201128" indent="-201128">
              <a:lnSpc>
                <a:spcPct val="100000"/>
              </a:lnSpc>
              <a:spcBef>
                <a:spcPts val="0"/>
              </a:spcBef>
              <a:defRPr sz="2100">
                <a:solidFill>
                  <a:schemeClr val="tx1"/>
                </a:solidFill>
              </a:defRPr>
            </a:lvl2pPr>
            <a:lvl3pPr marL="402256" indent="-201128">
              <a:lnSpc>
                <a:spcPct val="100000"/>
              </a:lnSpc>
              <a:spcBef>
                <a:spcPts val="0"/>
              </a:spcBef>
              <a:defRPr sz="2100">
                <a:solidFill>
                  <a:schemeClr val="tx1"/>
                </a:solidFill>
              </a:defRPr>
            </a:lvl3pPr>
            <a:lvl4pPr marL="557672" indent="-201128">
              <a:lnSpc>
                <a:spcPct val="100000"/>
              </a:lnSpc>
              <a:spcBef>
                <a:spcPts val="0"/>
              </a:spcBef>
              <a:defRPr sz="2100">
                <a:solidFill>
                  <a:schemeClr val="tx1"/>
                </a:solidFill>
              </a:defRPr>
            </a:lvl4pPr>
            <a:lvl5pPr>
              <a:lnSpc>
                <a:spcPct val="100000"/>
              </a:lnSpc>
              <a:spcBef>
                <a:spcPts val="0"/>
              </a:spcBef>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Picture Placeholder 14" descr="Place pictogram here">
            <a:extLst>
              <a:ext uri="{FF2B5EF4-FFF2-40B4-BE49-F238E27FC236}">
                <a16:creationId xmlns:a16="http://schemas.microsoft.com/office/drawing/2014/main" id="{3C3730E5-61EB-7405-CC85-AB04242CDBC4}"/>
              </a:ext>
            </a:extLst>
          </p:cNvPr>
          <p:cNvSpPr>
            <a:spLocks noGrp="1"/>
          </p:cNvSpPr>
          <p:nvPr>
            <p:ph type="pic" sz="quarter" idx="16" hasCustomPrompt="1"/>
          </p:nvPr>
        </p:nvSpPr>
        <p:spPr>
          <a:xfrm>
            <a:off x="6389168" y="288036"/>
            <a:ext cx="607997" cy="608076"/>
          </a:xfrm>
        </p:spPr>
        <p:txBody>
          <a:bodyPr anchor="ctr"/>
          <a:lstStyle>
            <a:lvl1pPr algn="ctr">
              <a:defRPr sz="800"/>
            </a:lvl1pPr>
          </a:lstStyle>
          <a:p>
            <a:r>
              <a:rPr lang="en-US"/>
              <a:t>Pictogram</a:t>
            </a:r>
          </a:p>
        </p:txBody>
      </p:sp>
      <p:sp>
        <p:nvSpPr>
          <p:cNvPr id="7" name="Text Placeholder 6">
            <a:extLst>
              <a:ext uri="{FF2B5EF4-FFF2-40B4-BE49-F238E27FC236}">
                <a16:creationId xmlns:a16="http://schemas.microsoft.com/office/drawing/2014/main" id="{FC1DA3C4-E728-0E45-C91D-8EDF4B495FFC}"/>
              </a:ext>
            </a:extLst>
          </p:cNvPr>
          <p:cNvSpPr>
            <a:spLocks noGrp="1"/>
          </p:cNvSpPr>
          <p:nvPr>
            <p:ph type="body" sz="quarter" idx="12"/>
          </p:nvPr>
        </p:nvSpPr>
        <p:spPr>
          <a:xfrm>
            <a:off x="6389168" y="1238250"/>
            <a:ext cx="3337125" cy="1524000"/>
          </a:xfrm>
        </p:spPr>
        <p:txBody>
          <a:bodyPr/>
          <a:lstStyle>
            <a:lvl1pPr>
              <a:lnSpc>
                <a:spcPct val="100000"/>
              </a:lnSpc>
              <a:spcBef>
                <a:spcPts val="0"/>
              </a:spcBef>
              <a:defRPr sz="2100">
                <a:solidFill>
                  <a:schemeClr val="tx1"/>
                </a:solidFill>
              </a:defRPr>
            </a:lvl1pPr>
            <a:lvl2pPr marL="201128" indent="-201128">
              <a:lnSpc>
                <a:spcPct val="100000"/>
              </a:lnSpc>
              <a:spcBef>
                <a:spcPts val="0"/>
              </a:spcBef>
              <a:defRPr sz="2100">
                <a:solidFill>
                  <a:schemeClr val="tx1"/>
                </a:solidFill>
              </a:defRPr>
            </a:lvl2pPr>
            <a:lvl3pPr marL="402256" indent="-201128">
              <a:lnSpc>
                <a:spcPct val="100000"/>
              </a:lnSpc>
              <a:spcBef>
                <a:spcPts val="0"/>
              </a:spcBef>
              <a:defRPr sz="2100">
                <a:solidFill>
                  <a:schemeClr val="tx1"/>
                </a:solidFill>
              </a:defRPr>
            </a:lvl3pPr>
            <a:lvl4pPr marL="557672" indent="-201128">
              <a:lnSpc>
                <a:spcPct val="100000"/>
              </a:lnSpc>
              <a:spcBef>
                <a:spcPts val="0"/>
              </a:spcBef>
              <a:defRPr sz="2100">
                <a:solidFill>
                  <a:schemeClr val="tx1"/>
                </a:solidFill>
              </a:defRPr>
            </a:lvl4pPr>
            <a:lvl5pPr>
              <a:lnSpc>
                <a:spcPct val="100000"/>
              </a:lnSpc>
              <a:spcBef>
                <a:spcPts val="0"/>
              </a:spcBef>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6" name="Straight Connector 15" descr="Horizontal row divider">
            <a:extLst>
              <a:ext uri="{FF2B5EF4-FFF2-40B4-BE49-F238E27FC236}">
                <a16:creationId xmlns:a16="http://schemas.microsoft.com/office/drawing/2014/main" id="{9C5483A0-0E31-72CE-21C3-6248FAEBC09A}"/>
              </a:ext>
              <a:ext uri="{C183D7F6-B498-43B3-948B-1728B52AA6E4}">
                <adec:decorative xmlns:adec="http://schemas.microsoft.com/office/drawing/2017/decorative" val="0"/>
              </a:ext>
            </a:extLst>
          </p:cNvPr>
          <p:cNvCxnSpPr>
            <a:cxnSpLocks/>
          </p:cNvCxnSpPr>
          <p:nvPr userDrawn="1"/>
        </p:nvCxnSpPr>
        <p:spPr bwMode="auto">
          <a:xfrm>
            <a:off x="287999" y="3048000"/>
            <a:ext cx="11616701"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7" name="Picture Placeholder 16" descr="Place pictogram here">
            <a:extLst>
              <a:ext uri="{FF2B5EF4-FFF2-40B4-BE49-F238E27FC236}">
                <a16:creationId xmlns:a16="http://schemas.microsoft.com/office/drawing/2014/main" id="{62C94928-6A9B-2EA7-301C-71E5F2547C8A}"/>
              </a:ext>
            </a:extLst>
          </p:cNvPr>
          <p:cNvSpPr>
            <a:spLocks noGrp="1"/>
          </p:cNvSpPr>
          <p:nvPr>
            <p:ph type="pic" sz="quarter" idx="17" hasCustomPrompt="1"/>
          </p:nvPr>
        </p:nvSpPr>
        <p:spPr>
          <a:xfrm>
            <a:off x="287998" y="3236976"/>
            <a:ext cx="607997" cy="608076"/>
          </a:xfrm>
        </p:spPr>
        <p:txBody>
          <a:bodyPr anchor="ctr"/>
          <a:lstStyle>
            <a:lvl1pPr algn="ctr">
              <a:defRPr sz="800"/>
            </a:lvl1pPr>
          </a:lstStyle>
          <a:p>
            <a:r>
              <a:rPr lang="en-US"/>
              <a:t>Pictogram</a:t>
            </a:r>
          </a:p>
        </p:txBody>
      </p:sp>
      <p:sp>
        <p:nvSpPr>
          <p:cNvPr id="9" name="Text Placeholder 8">
            <a:extLst>
              <a:ext uri="{FF2B5EF4-FFF2-40B4-BE49-F238E27FC236}">
                <a16:creationId xmlns:a16="http://schemas.microsoft.com/office/drawing/2014/main" id="{B0565063-698E-31B0-B619-B99A9A0B3DB6}"/>
              </a:ext>
            </a:extLst>
          </p:cNvPr>
          <p:cNvSpPr>
            <a:spLocks noGrp="1"/>
          </p:cNvSpPr>
          <p:nvPr>
            <p:ph type="body" sz="quarter" idx="13"/>
          </p:nvPr>
        </p:nvSpPr>
        <p:spPr>
          <a:xfrm>
            <a:off x="287998" y="4192524"/>
            <a:ext cx="3334904" cy="1524000"/>
          </a:xfrm>
        </p:spPr>
        <p:txBody>
          <a:bodyPr/>
          <a:lstStyle>
            <a:lvl1pPr>
              <a:lnSpc>
                <a:spcPct val="100000"/>
              </a:lnSpc>
              <a:spcBef>
                <a:spcPts val="0"/>
              </a:spcBef>
              <a:defRPr sz="2100">
                <a:solidFill>
                  <a:schemeClr val="tx1"/>
                </a:solidFill>
              </a:defRPr>
            </a:lvl1pPr>
            <a:lvl2pPr marL="201128" indent="-201128">
              <a:lnSpc>
                <a:spcPct val="100000"/>
              </a:lnSpc>
              <a:spcBef>
                <a:spcPts val="0"/>
              </a:spcBef>
              <a:defRPr sz="2100">
                <a:solidFill>
                  <a:schemeClr val="tx1"/>
                </a:solidFill>
              </a:defRPr>
            </a:lvl2pPr>
            <a:lvl3pPr marL="402256" indent="-201128">
              <a:lnSpc>
                <a:spcPct val="100000"/>
              </a:lnSpc>
              <a:spcBef>
                <a:spcPts val="0"/>
              </a:spcBef>
              <a:defRPr sz="2100">
                <a:solidFill>
                  <a:schemeClr val="tx1"/>
                </a:solidFill>
              </a:defRPr>
            </a:lvl3pPr>
            <a:lvl4pPr marL="557672" indent="-201128">
              <a:lnSpc>
                <a:spcPct val="100000"/>
              </a:lnSpc>
              <a:spcBef>
                <a:spcPts val="0"/>
              </a:spcBef>
              <a:defRPr sz="2100">
                <a:solidFill>
                  <a:schemeClr val="tx1"/>
                </a:solidFill>
              </a:defRPr>
            </a:lvl4pPr>
            <a:lvl5pPr>
              <a:lnSpc>
                <a:spcPct val="100000"/>
              </a:lnSpc>
              <a:spcBef>
                <a:spcPts val="0"/>
              </a:spcBef>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Picture Placeholder 18" descr="Place pictogram here">
            <a:extLst>
              <a:ext uri="{FF2B5EF4-FFF2-40B4-BE49-F238E27FC236}">
                <a16:creationId xmlns:a16="http://schemas.microsoft.com/office/drawing/2014/main" id="{2E840026-2FAF-826F-DCFD-3FF0082B0823}"/>
              </a:ext>
            </a:extLst>
          </p:cNvPr>
          <p:cNvSpPr>
            <a:spLocks noGrp="1"/>
          </p:cNvSpPr>
          <p:nvPr>
            <p:ph type="pic" sz="quarter" idx="18" hasCustomPrompt="1"/>
          </p:nvPr>
        </p:nvSpPr>
        <p:spPr>
          <a:xfrm>
            <a:off x="6389168" y="3238500"/>
            <a:ext cx="607997" cy="608076"/>
          </a:xfrm>
        </p:spPr>
        <p:txBody>
          <a:bodyPr anchor="ctr"/>
          <a:lstStyle>
            <a:lvl1pPr algn="ctr">
              <a:defRPr sz="800"/>
            </a:lvl1pPr>
          </a:lstStyle>
          <a:p>
            <a:r>
              <a:rPr lang="en-US"/>
              <a:t>Pictogram</a:t>
            </a:r>
          </a:p>
        </p:txBody>
      </p:sp>
      <p:sp>
        <p:nvSpPr>
          <p:cNvPr id="11" name="Text Placeholder 10">
            <a:extLst>
              <a:ext uri="{FF2B5EF4-FFF2-40B4-BE49-F238E27FC236}">
                <a16:creationId xmlns:a16="http://schemas.microsoft.com/office/drawing/2014/main" id="{B4E44FFD-1EB7-1873-F6D1-67DE839EF09E}"/>
              </a:ext>
            </a:extLst>
          </p:cNvPr>
          <p:cNvSpPr>
            <a:spLocks noGrp="1"/>
          </p:cNvSpPr>
          <p:nvPr>
            <p:ph type="body" sz="quarter" idx="14"/>
          </p:nvPr>
        </p:nvSpPr>
        <p:spPr>
          <a:xfrm>
            <a:off x="6389168" y="4191000"/>
            <a:ext cx="3337125" cy="1524000"/>
          </a:xfrm>
        </p:spPr>
        <p:txBody>
          <a:bodyPr/>
          <a:lstStyle>
            <a:lvl1pPr>
              <a:lnSpc>
                <a:spcPct val="100000"/>
              </a:lnSpc>
              <a:spcBef>
                <a:spcPts val="0"/>
              </a:spcBef>
              <a:defRPr sz="2100">
                <a:solidFill>
                  <a:schemeClr val="tx1"/>
                </a:solidFill>
              </a:defRPr>
            </a:lvl1pPr>
            <a:lvl2pPr marL="201128" indent="-201128">
              <a:lnSpc>
                <a:spcPct val="100000"/>
              </a:lnSpc>
              <a:spcBef>
                <a:spcPts val="0"/>
              </a:spcBef>
              <a:defRPr sz="2100">
                <a:solidFill>
                  <a:schemeClr val="tx1"/>
                </a:solidFill>
              </a:defRPr>
            </a:lvl2pPr>
            <a:lvl3pPr marL="402256" indent="-201128">
              <a:lnSpc>
                <a:spcPct val="100000"/>
              </a:lnSpc>
              <a:spcBef>
                <a:spcPts val="0"/>
              </a:spcBef>
              <a:defRPr sz="2100">
                <a:solidFill>
                  <a:schemeClr val="tx1"/>
                </a:solidFill>
              </a:defRPr>
            </a:lvl3pPr>
            <a:lvl4pPr marL="557672" indent="-201128">
              <a:lnSpc>
                <a:spcPct val="100000"/>
              </a:lnSpc>
              <a:spcBef>
                <a:spcPts val="0"/>
              </a:spcBef>
              <a:defRPr sz="2100">
                <a:solidFill>
                  <a:schemeClr val="tx1"/>
                </a:solidFill>
              </a:defRPr>
            </a:lvl4pPr>
            <a:lvl5pPr>
              <a:lnSpc>
                <a:spcPct val="100000"/>
              </a:lnSpc>
              <a:spcBef>
                <a:spcPts val="0"/>
              </a:spcBef>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1FC9DA86-6E63-7EF1-DAC1-73040332758F}"/>
              </a:ext>
            </a:extLst>
          </p:cNvPr>
          <p:cNvSpPr>
            <a:spLocks noGrp="1"/>
          </p:cNvSpPr>
          <p:nvPr>
            <p:ph type="ftr" sz="quarter" idx="19"/>
          </p:nvPr>
        </p:nvSpPr>
        <p:spPr>
          <a:xfrm>
            <a:off x="287963" y="6408000"/>
            <a:ext cx="2477765" cy="190500"/>
          </a:xfrm>
        </p:spPr>
        <p:txBody>
          <a:bodyPr/>
          <a:lstStyle/>
          <a:p>
            <a:endParaRPr lang="en-US"/>
          </a:p>
        </p:txBody>
      </p:sp>
      <p:sp>
        <p:nvSpPr>
          <p:cNvPr id="6" name="Slide Number">
            <a:extLst>
              <a:ext uri="{FF2B5EF4-FFF2-40B4-BE49-F238E27FC236}">
                <a16:creationId xmlns:a16="http://schemas.microsoft.com/office/drawing/2014/main" id="{BE7CD285-42F9-CF03-AB5C-1DC86205FBC3}"/>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cxnSp>
        <p:nvCxnSpPr>
          <p:cNvPr id="4" name="Straight Connector 3" descr="Vertical column divider">
            <a:extLst>
              <a:ext uri="{FF2B5EF4-FFF2-40B4-BE49-F238E27FC236}">
                <a16:creationId xmlns:a16="http://schemas.microsoft.com/office/drawing/2014/main" id="{E664AD27-CDB8-1E16-6F0A-1A4FF8BD97F5}"/>
              </a:ext>
            </a:extLst>
          </p:cNvPr>
          <p:cNvCxnSpPr>
            <a:cxnSpLocks/>
          </p:cNvCxnSpPr>
          <p:nvPr userDrawn="1"/>
        </p:nvCxnSpPr>
        <p:spPr bwMode="auto">
          <a:xfrm>
            <a:off x="6095270" y="285051"/>
            <a:ext cx="0" cy="58125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851565603"/>
      </p:ext>
    </p:extLst>
  </p:cSld>
  <p:clrMapOvr>
    <a:masterClrMapping/>
  </p:clrMapOvr>
  <p:transition spd="med"/>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oxes, 4 stacked, small title">
    <p:bg>
      <p:bgPr>
        <a:solidFill>
          <a:schemeClr val="bg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287963" y="288036"/>
            <a:ext cx="2480241" cy="231077"/>
          </a:xfrm>
        </p:spPr>
        <p:txBody>
          <a:bodyPr/>
          <a:lstStyle>
            <a:lvl1pPr>
              <a:defRPr sz="1400">
                <a:solidFill>
                  <a:schemeClr val="tx2"/>
                </a:solidFill>
              </a:defRPr>
            </a:lvl1pPr>
          </a:lstStyle>
          <a:p>
            <a:pPr lvl="0"/>
            <a:r>
              <a:rPr lang="en-US"/>
              <a:t>Click to edit Master text styles</a:t>
            </a:r>
          </a:p>
        </p:txBody>
      </p:sp>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62" y="762000"/>
            <a:ext cx="2473892" cy="1524000"/>
          </a:xfrm>
        </p:spPr>
        <p:txBody>
          <a:bodyPr/>
          <a:lstStyle>
            <a:lvl1pPr>
              <a:lnSpc>
                <a:spcPct val="110000"/>
              </a:lnSpc>
              <a:defRPr sz="1800">
                <a:solidFill>
                  <a:schemeClr val="tx2"/>
                </a:solidFill>
              </a:defRPr>
            </a:lvl1pPr>
          </a:lstStyle>
          <a:p>
            <a:r>
              <a:rPr lang="en-US"/>
              <a:t>Click to edit Master title style</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6389168" y="288036"/>
            <a:ext cx="2476178" cy="247421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9430110" y="288036"/>
            <a:ext cx="2479352" cy="247421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6389168" y="3335338"/>
            <a:ext cx="2476178" cy="247421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9430109" y="3335338"/>
            <a:ext cx="2476178" cy="247421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4D288907-977D-2E2D-D334-59684842A637}"/>
              </a:ext>
            </a:extLst>
          </p:cNvPr>
          <p:cNvSpPr>
            <a:spLocks noGrp="1"/>
          </p:cNvSpPr>
          <p:nvPr>
            <p:ph type="ftr" sz="quarter" idx="22"/>
          </p:nvPr>
        </p:nvSpPr>
        <p:spPr>
          <a:xfrm>
            <a:off x="287963" y="6408000"/>
            <a:ext cx="2477765" cy="190500"/>
          </a:xfrm>
        </p:spPr>
        <p:txBody>
          <a:bodyPr/>
          <a:lstStyle/>
          <a:p>
            <a:endParaRPr lang="en-US"/>
          </a:p>
        </p:txBody>
      </p:sp>
      <p:sp>
        <p:nvSpPr>
          <p:cNvPr id="8" name="Slide Number">
            <a:extLst>
              <a:ext uri="{FF2B5EF4-FFF2-40B4-BE49-F238E27FC236}">
                <a16:creationId xmlns:a16="http://schemas.microsoft.com/office/drawing/2014/main" id="{299C7C32-4361-2D42-DB76-E3E2316F597E}"/>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518066711"/>
      </p:ext>
    </p:extLst>
  </p:cSld>
  <p:clrMapOvr>
    <a:masterClrMapping/>
  </p:clrMapOvr>
  <p:transition spd="med"/>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oxes, 4 stacked, large title">
    <p:bg>
      <p:bgPr>
        <a:solidFill>
          <a:schemeClr val="bg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287963" y="288036"/>
            <a:ext cx="2480241" cy="231077"/>
          </a:xfrm>
        </p:spPr>
        <p:txBody>
          <a:bodyPr/>
          <a:lstStyle>
            <a:lvl1pPr>
              <a:defRPr sz="1400">
                <a:solidFill>
                  <a:schemeClr val="tx2"/>
                </a:solidFill>
              </a:defRPr>
            </a:lvl1pPr>
          </a:lstStyle>
          <a:p>
            <a:pPr lvl="0"/>
            <a:r>
              <a:rPr lang="en-US"/>
              <a:t>Click to edit Master text styles</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6389168" y="288036"/>
            <a:ext cx="2476178" cy="247421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9430110" y="288036"/>
            <a:ext cx="2479352" cy="247421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6389168" y="3335338"/>
            <a:ext cx="2476178" cy="247421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9430109" y="3335338"/>
            <a:ext cx="2476178" cy="247421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4D288907-977D-2E2D-D334-59684842A637}"/>
              </a:ext>
            </a:extLst>
          </p:cNvPr>
          <p:cNvSpPr>
            <a:spLocks noGrp="1"/>
          </p:cNvSpPr>
          <p:nvPr>
            <p:ph type="ftr" sz="quarter" idx="22"/>
          </p:nvPr>
        </p:nvSpPr>
        <p:spPr>
          <a:xfrm>
            <a:off x="287963" y="6408000"/>
            <a:ext cx="2477765" cy="190500"/>
          </a:xfrm>
        </p:spPr>
        <p:txBody>
          <a:bodyPr/>
          <a:lstStyle/>
          <a:p>
            <a:endParaRPr lang="en-US"/>
          </a:p>
        </p:txBody>
      </p:sp>
      <p:sp>
        <p:nvSpPr>
          <p:cNvPr id="8" name="Slide Number">
            <a:extLst>
              <a:ext uri="{FF2B5EF4-FFF2-40B4-BE49-F238E27FC236}">
                <a16:creationId xmlns:a16="http://schemas.microsoft.com/office/drawing/2014/main" id="{299C7C32-4361-2D42-DB76-E3E2316F597E}"/>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4" name="Title 1">
            <a:extLst>
              <a:ext uri="{FF2B5EF4-FFF2-40B4-BE49-F238E27FC236}">
                <a16:creationId xmlns:a16="http://schemas.microsoft.com/office/drawing/2014/main" id="{8009016F-5759-0B27-8DB2-77BDD7980942}"/>
              </a:ext>
            </a:extLst>
          </p:cNvPr>
          <p:cNvSpPr>
            <a:spLocks noGrp="1"/>
          </p:cNvSpPr>
          <p:nvPr>
            <p:ph type="title"/>
          </p:nvPr>
        </p:nvSpPr>
        <p:spPr>
          <a:xfrm>
            <a:off x="287963" y="761936"/>
            <a:ext cx="5521401" cy="2286064"/>
          </a:xfrm>
        </p:spPr>
        <p:txBody>
          <a:bodyPr rIns="457200"/>
          <a:lstStyle>
            <a:lvl1pPr>
              <a:lnSpc>
                <a:spcPct val="110000"/>
              </a:lnSpc>
              <a:defRPr sz="3399">
                <a:solidFill>
                  <a:schemeClr val="tx2"/>
                </a:solidFill>
              </a:defRPr>
            </a:lvl1pPr>
          </a:lstStyle>
          <a:p>
            <a:r>
              <a:rPr lang="en-US"/>
              <a:t>Click to edit Master title style</a:t>
            </a:r>
          </a:p>
        </p:txBody>
      </p:sp>
    </p:spTree>
    <p:extLst>
      <p:ext uri="{BB962C8B-B14F-4D97-AF65-F5344CB8AC3E}">
        <p14:creationId xmlns:p14="http://schemas.microsoft.com/office/powerpoint/2010/main" val="3723018147"/>
      </p:ext>
    </p:extLst>
  </p:cSld>
  <p:clrMapOvr>
    <a:masterClrMapping/>
  </p:clrMapOvr>
  <p:transition spd="med"/>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Boxes, 4 horizontal, small title">
    <p:bg>
      <p:bgPr>
        <a:solidFill>
          <a:schemeClr val="bg1"/>
        </a:solidFill>
        <a:effectLst/>
      </p:bgPr>
    </p:bg>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287999" y="3337941"/>
            <a:ext cx="2474590" cy="2759647"/>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3331187"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6383049"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9428523"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EB933E98-EDAA-167B-D822-384AE57CFD41}"/>
              </a:ext>
            </a:extLst>
          </p:cNvPr>
          <p:cNvSpPr>
            <a:spLocks noGrp="1"/>
          </p:cNvSpPr>
          <p:nvPr>
            <p:ph type="ftr" sz="quarter" idx="18"/>
          </p:nvPr>
        </p:nvSpPr>
        <p:spPr>
          <a:xfrm>
            <a:off x="287963" y="6408000"/>
            <a:ext cx="2477765" cy="190500"/>
          </a:xfrm>
        </p:spPr>
        <p:txBody>
          <a:bodyPr/>
          <a:lstStyle/>
          <a:p>
            <a:endParaRPr lang="en-US"/>
          </a:p>
        </p:txBody>
      </p:sp>
      <p:sp>
        <p:nvSpPr>
          <p:cNvPr id="6" name="Slide Number">
            <a:extLst>
              <a:ext uri="{FF2B5EF4-FFF2-40B4-BE49-F238E27FC236}">
                <a16:creationId xmlns:a16="http://schemas.microsoft.com/office/drawing/2014/main" id="{9CE74F70-DD3B-B787-1122-8CC2F06AD01A}"/>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17" name="Text Placeholder 6">
            <a:extLst>
              <a:ext uri="{FF2B5EF4-FFF2-40B4-BE49-F238E27FC236}">
                <a16:creationId xmlns:a16="http://schemas.microsoft.com/office/drawing/2014/main" id="{73047254-F916-4821-F269-6EDEB3A3FAD7}"/>
              </a:ext>
            </a:extLst>
          </p:cNvPr>
          <p:cNvSpPr>
            <a:spLocks noGrp="1"/>
          </p:cNvSpPr>
          <p:nvPr>
            <p:ph type="body" sz="quarter" idx="21"/>
          </p:nvPr>
        </p:nvSpPr>
        <p:spPr>
          <a:xfrm>
            <a:off x="287963" y="288036"/>
            <a:ext cx="2470717" cy="1997964"/>
          </a:xfrm>
        </p:spPr>
        <p:txBody>
          <a:bodyPr/>
          <a:lstStyle>
            <a:lvl1pPr>
              <a:defRPr sz="1400">
                <a:solidFill>
                  <a:schemeClr val="tx2"/>
                </a:solidFill>
              </a:defRPr>
            </a:lvl1pPr>
          </a:lstStyle>
          <a:p>
            <a:pPr lvl="0"/>
            <a:r>
              <a:rPr lang="en-US"/>
              <a:t>Click to edit Master text styles</a:t>
            </a:r>
          </a:p>
        </p:txBody>
      </p:sp>
    </p:spTree>
    <p:extLst>
      <p:ext uri="{BB962C8B-B14F-4D97-AF65-F5344CB8AC3E}">
        <p14:creationId xmlns:p14="http://schemas.microsoft.com/office/powerpoint/2010/main" val="2745003292"/>
      </p:ext>
    </p:extLst>
  </p:cSld>
  <p:clrMapOvr>
    <a:masterClrMapping/>
  </p:clrMapOvr>
  <p:transition spd="med"/>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Boxes, 4 horizontal,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287962" y="192024"/>
            <a:ext cx="5517779" cy="2105089"/>
          </a:xfrm>
        </p:spPr>
        <p:txBody>
          <a:bodyPr rIns="457200"/>
          <a:lstStyle>
            <a:lvl1pPr>
              <a:lnSpc>
                <a:spcPct val="100000"/>
              </a:lnSpc>
              <a:defRPr sz="3399">
                <a:solidFill>
                  <a:schemeClr val="tx2"/>
                </a:solidFill>
              </a:defRPr>
            </a:lvl1pPr>
          </a:lstStyle>
          <a:p>
            <a:r>
              <a:rPr lang="en-US"/>
              <a:t>Click to edit Master title style</a:t>
            </a:r>
          </a:p>
        </p:txBody>
      </p:sp>
      <p:sp>
        <p:nvSpPr>
          <p:cNvPr id="3" name="Footer Placeholder 3">
            <a:extLst>
              <a:ext uri="{FF2B5EF4-FFF2-40B4-BE49-F238E27FC236}">
                <a16:creationId xmlns:a16="http://schemas.microsoft.com/office/drawing/2014/main" id="{A61589D3-5821-F43C-9924-D7FBDD5E84A5}"/>
              </a:ext>
            </a:extLst>
          </p:cNvPr>
          <p:cNvSpPr>
            <a:spLocks noGrp="1"/>
          </p:cNvSpPr>
          <p:nvPr>
            <p:ph type="ftr" sz="quarter" idx="18"/>
          </p:nvPr>
        </p:nvSpPr>
        <p:spPr>
          <a:xfrm>
            <a:off x="290474" y="6411643"/>
            <a:ext cx="2477765" cy="190500"/>
          </a:xfrm>
        </p:spPr>
        <p:txBody>
          <a:bodyPr/>
          <a:lstStyle/>
          <a:p>
            <a:endParaRPr lang="en-US"/>
          </a:p>
        </p:txBody>
      </p:sp>
      <p:sp>
        <p:nvSpPr>
          <p:cNvPr id="6" name="Slide Number">
            <a:extLst>
              <a:ext uri="{FF2B5EF4-FFF2-40B4-BE49-F238E27FC236}">
                <a16:creationId xmlns:a16="http://schemas.microsoft.com/office/drawing/2014/main" id="{9EA471B4-B30A-F4D7-84E4-C54A4D1ACDB2}"/>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4" name="Text Placeholder 10">
            <a:extLst>
              <a:ext uri="{FF2B5EF4-FFF2-40B4-BE49-F238E27FC236}">
                <a16:creationId xmlns:a16="http://schemas.microsoft.com/office/drawing/2014/main" id="{C5CEBFE7-AD2E-DFE8-B046-3B866828612E}"/>
              </a:ext>
            </a:extLst>
          </p:cNvPr>
          <p:cNvSpPr>
            <a:spLocks noGrp="1"/>
          </p:cNvSpPr>
          <p:nvPr>
            <p:ph type="body" sz="quarter" idx="11"/>
          </p:nvPr>
        </p:nvSpPr>
        <p:spPr>
          <a:xfrm>
            <a:off x="287999" y="3337941"/>
            <a:ext cx="2474590" cy="2759647"/>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10">
            <a:extLst>
              <a:ext uri="{FF2B5EF4-FFF2-40B4-BE49-F238E27FC236}">
                <a16:creationId xmlns:a16="http://schemas.microsoft.com/office/drawing/2014/main" id="{42695C8E-740F-09FE-EEF5-F2D3F3F88137}"/>
              </a:ext>
            </a:extLst>
          </p:cNvPr>
          <p:cNvSpPr>
            <a:spLocks noGrp="1"/>
          </p:cNvSpPr>
          <p:nvPr>
            <p:ph type="body" sz="quarter" idx="12"/>
          </p:nvPr>
        </p:nvSpPr>
        <p:spPr>
          <a:xfrm>
            <a:off x="3331187"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10">
            <a:extLst>
              <a:ext uri="{FF2B5EF4-FFF2-40B4-BE49-F238E27FC236}">
                <a16:creationId xmlns:a16="http://schemas.microsoft.com/office/drawing/2014/main" id="{59937119-9484-C422-CDBB-7ACF8FB463EA}"/>
              </a:ext>
            </a:extLst>
          </p:cNvPr>
          <p:cNvSpPr>
            <a:spLocks noGrp="1"/>
          </p:cNvSpPr>
          <p:nvPr>
            <p:ph type="body" sz="quarter" idx="13"/>
          </p:nvPr>
        </p:nvSpPr>
        <p:spPr>
          <a:xfrm>
            <a:off x="6383049"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10">
            <a:extLst>
              <a:ext uri="{FF2B5EF4-FFF2-40B4-BE49-F238E27FC236}">
                <a16:creationId xmlns:a16="http://schemas.microsoft.com/office/drawing/2014/main" id="{031FDB97-22F2-B958-137D-E25328D2B01D}"/>
              </a:ext>
            </a:extLst>
          </p:cNvPr>
          <p:cNvSpPr>
            <a:spLocks noGrp="1"/>
          </p:cNvSpPr>
          <p:nvPr>
            <p:ph type="body" sz="quarter" idx="14"/>
          </p:nvPr>
        </p:nvSpPr>
        <p:spPr>
          <a:xfrm>
            <a:off x="9428523"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83307777"/>
      </p:ext>
    </p:extLst>
  </p:cSld>
  <p:clrMapOvr>
    <a:masterClrMapping/>
  </p:clrMapOvr>
  <p:transition spd="med"/>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Boxes, 6 stack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63" y="288036"/>
            <a:ext cx="2474590" cy="1997964"/>
          </a:xfrm>
        </p:spPr>
        <p:txBody>
          <a:bodyPr/>
          <a:lstStyle>
            <a:lvl1pPr>
              <a:lnSpc>
                <a:spcPct val="110000"/>
              </a:lnSpc>
              <a:defRPr sz="1400">
                <a:solidFill>
                  <a:schemeClr val="tx2"/>
                </a:solidFill>
              </a:defRPr>
            </a:lvl1pPr>
          </a:lstStyle>
          <a:p>
            <a:r>
              <a:rPr lang="en-US"/>
              <a:t>Click to edit Master title style</a:t>
            </a:r>
          </a:p>
        </p:txBody>
      </p:sp>
      <p:sp>
        <p:nvSpPr>
          <p:cNvPr id="14" name="Text Placeholder 9">
            <a:extLst>
              <a:ext uri="{FF2B5EF4-FFF2-40B4-BE49-F238E27FC236}">
                <a16:creationId xmlns:a16="http://schemas.microsoft.com/office/drawing/2014/main" id="{B1D44C30-196F-B4B1-540A-E556579735DB}"/>
              </a:ext>
            </a:extLst>
          </p:cNvPr>
          <p:cNvSpPr>
            <a:spLocks noGrp="1"/>
          </p:cNvSpPr>
          <p:nvPr>
            <p:ph type="body" sz="quarter" idx="20"/>
          </p:nvPr>
        </p:nvSpPr>
        <p:spPr>
          <a:xfrm>
            <a:off x="3332774" y="288035"/>
            <a:ext cx="2477701" cy="247802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6380919" y="288035"/>
            <a:ext cx="2477701" cy="247802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9428522" y="288035"/>
            <a:ext cx="2473130" cy="247802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06DFE032-E717-840D-774E-AC6218CA01A8}"/>
              </a:ext>
            </a:extLst>
          </p:cNvPr>
          <p:cNvSpPr>
            <a:spLocks noGrp="1"/>
          </p:cNvSpPr>
          <p:nvPr>
            <p:ph type="ftr" sz="quarter" idx="22"/>
          </p:nvPr>
        </p:nvSpPr>
        <p:spPr>
          <a:xfrm>
            <a:off x="290474" y="6411643"/>
            <a:ext cx="2477765" cy="190500"/>
          </a:xfrm>
        </p:spPr>
        <p:txBody>
          <a:bodyPr/>
          <a:lstStyle/>
          <a:p>
            <a:endParaRPr lang="en-US"/>
          </a:p>
        </p:txBody>
      </p:sp>
      <p:sp>
        <p:nvSpPr>
          <p:cNvPr id="7" name="Slide Number">
            <a:extLst>
              <a:ext uri="{FF2B5EF4-FFF2-40B4-BE49-F238E27FC236}">
                <a16:creationId xmlns:a16="http://schemas.microsoft.com/office/drawing/2014/main" id="{219EFD5E-874A-DCAB-55D5-D376C79F2C67}"/>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6" name="Text Placeholder 10">
            <a:extLst>
              <a:ext uri="{FF2B5EF4-FFF2-40B4-BE49-F238E27FC236}">
                <a16:creationId xmlns:a16="http://schemas.microsoft.com/office/drawing/2014/main" id="{0813F20A-BEE4-B8A6-B7C6-A452A39FAD7F}"/>
              </a:ext>
            </a:extLst>
          </p:cNvPr>
          <p:cNvSpPr>
            <a:spLocks noGrp="1"/>
          </p:cNvSpPr>
          <p:nvPr>
            <p:ph type="body" sz="quarter" idx="12"/>
          </p:nvPr>
        </p:nvSpPr>
        <p:spPr>
          <a:xfrm>
            <a:off x="3332774" y="3336925"/>
            <a:ext cx="2477701" cy="247802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10">
            <a:extLst>
              <a:ext uri="{FF2B5EF4-FFF2-40B4-BE49-F238E27FC236}">
                <a16:creationId xmlns:a16="http://schemas.microsoft.com/office/drawing/2014/main" id="{150973AC-ED14-F5BF-FFA2-3AA73BE9F47C}"/>
              </a:ext>
            </a:extLst>
          </p:cNvPr>
          <p:cNvSpPr>
            <a:spLocks noGrp="1"/>
          </p:cNvSpPr>
          <p:nvPr>
            <p:ph type="body" sz="quarter" idx="13"/>
          </p:nvPr>
        </p:nvSpPr>
        <p:spPr>
          <a:xfrm>
            <a:off x="6380919" y="3336925"/>
            <a:ext cx="2477701" cy="247802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10">
            <a:extLst>
              <a:ext uri="{FF2B5EF4-FFF2-40B4-BE49-F238E27FC236}">
                <a16:creationId xmlns:a16="http://schemas.microsoft.com/office/drawing/2014/main" id="{BE127C12-10BF-D35C-4112-2B9F89481529}"/>
              </a:ext>
            </a:extLst>
          </p:cNvPr>
          <p:cNvSpPr>
            <a:spLocks noGrp="1"/>
          </p:cNvSpPr>
          <p:nvPr>
            <p:ph type="body" sz="quarter" idx="14"/>
          </p:nvPr>
        </p:nvSpPr>
        <p:spPr>
          <a:xfrm>
            <a:off x="9428522" y="3336925"/>
            <a:ext cx="2473130" cy="247802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970931753"/>
      </p:ext>
    </p:extLst>
  </p:cSld>
  <p:clrMapOvr>
    <a:masterClrMapping/>
  </p:clrMapOvr>
  <p:transition spd="med"/>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Boxes, 6 stacked, ico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A5819-78ED-4475-16CD-65C8A2C5EC85}"/>
              </a:ext>
            </a:extLst>
          </p:cNvPr>
          <p:cNvSpPr>
            <a:spLocks noGrp="1"/>
          </p:cNvSpPr>
          <p:nvPr>
            <p:ph type="title"/>
          </p:nvPr>
        </p:nvSpPr>
        <p:spPr>
          <a:xfrm>
            <a:off x="287963" y="288036"/>
            <a:ext cx="2474590" cy="1997964"/>
          </a:xfrm>
        </p:spPr>
        <p:txBody>
          <a:bodyPr/>
          <a:lstStyle>
            <a:lvl1pPr>
              <a:lnSpc>
                <a:spcPct val="110000"/>
              </a:lnSpc>
              <a:defRPr sz="1400">
                <a:solidFill>
                  <a:schemeClr val="tx2"/>
                </a:solidFill>
              </a:defRPr>
            </a:lvl1pPr>
          </a:lstStyle>
          <a:p>
            <a:r>
              <a:rPr lang="en-US"/>
              <a:t>Click to edit Master title style</a:t>
            </a:r>
          </a:p>
        </p:txBody>
      </p:sp>
      <p:sp>
        <p:nvSpPr>
          <p:cNvPr id="16" name="Picture Placeholder 15" descr="Place icon here">
            <a:extLst>
              <a:ext uri="{FF2B5EF4-FFF2-40B4-BE49-F238E27FC236}">
                <a16:creationId xmlns:a16="http://schemas.microsoft.com/office/drawing/2014/main" id="{DD1F0C48-79E5-E356-43FC-0FCF2DE89A20}"/>
              </a:ext>
            </a:extLst>
          </p:cNvPr>
          <p:cNvSpPr>
            <a:spLocks noGrp="1"/>
          </p:cNvSpPr>
          <p:nvPr>
            <p:ph type="pic" sz="quarter" idx="17" hasCustomPrompt="1"/>
          </p:nvPr>
        </p:nvSpPr>
        <p:spPr>
          <a:xfrm>
            <a:off x="3333316" y="288036"/>
            <a:ext cx="201142" cy="201613"/>
          </a:xfrm>
        </p:spPr>
        <p:txBody>
          <a:bodyPr/>
          <a:lstStyle>
            <a:lvl1pPr>
              <a:defRPr sz="700">
                <a:solidFill>
                  <a:schemeClr val="tx1"/>
                </a:solidFill>
              </a:defRPr>
            </a:lvl1pPr>
          </a:lstStyle>
          <a:p>
            <a:r>
              <a:rPr lang="en-US"/>
              <a:t>Icon</a:t>
            </a:r>
          </a:p>
        </p:txBody>
      </p:sp>
      <p:sp>
        <p:nvSpPr>
          <p:cNvPr id="5" name="Text Placeholder 4">
            <a:extLst>
              <a:ext uri="{FF2B5EF4-FFF2-40B4-BE49-F238E27FC236}">
                <a16:creationId xmlns:a16="http://schemas.microsoft.com/office/drawing/2014/main" id="{B3148C06-F3C6-0E95-A225-29F730DD158B}"/>
              </a:ext>
            </a:extLst>
          </p:cNvPr>
          <p:cNvSpPr>
            <a:spLocks noGrp="1"/>
          </p:cNvSpPr>
          <p:nvPr>
            <p:ph type="body" sz="quarter" idx="11"/>
          </p:nvPr>
        </p:nvSpPr>
        <p:spPr>
          <a:xfrm>
            <a:off x="3333316" y="762000"/>
            <a:ext cx="2477701" cy="1999551"/>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Picture Placeholder 15" descr="Place icon here">
            <a:extLst>
              <a:ext uri="{FF2B5EF4-FFF2-40B4-BE49-F238E27FC236}">
                <a16:creationId xmlns:a16="http://schemas.microsoft.com/office/drawing/2014/main" id="{18E9E323-0756-7849-8F52-19C58A517BD5}"/>
              </a:ext>
            </a:extLst>
          </p:cNvPr>
          <p:cNvSpPr>
            <a:spLocks noGrp="1"/>
          </p:cNvSpPr>
          <p:nvPr>
            <p:ph type="pic" sz="quarter" idx="18" hasCustomPrompt="1"/>
          </p:nvPr>
        </p:nvSpPr>
        <p:spPr>
          <a:xfrm>
            <a:off x="6389168" y="288036"/>
            <a:ext cx="201142" cy="201613"/>
          </a:xfrm>
        </p:spPr>
        <p:txBody>
          <a:bodyPr/>
          <a:lstStyle>
            <a:lvl1pPr>
              <a:defRPr sz="700">
                <a:solidFill>
                  <a:schemeClr val="tx1"/>
                </a:solidFill>
              </a:defRPr>
            </a:lvl1pPr>
          </a:lstStyle>
          <a:p>
            <a:r>
              <a:rPr lang="en-US"/>
              <a:t>Icon</a:t>
            </a:r>
          </a:p>
        </p:txBody>
      </p:sp>
      <p:sp>
        <p:nvSpPr>
          <p:cNvPr id="6" name="Text Placeholder 4">
            <a:extLst>
              <a:ext uri="{FF2B5EF4-FFF2-40B4-BE49-F238E27FC236}">
                <a16:creationId xmlns:a16="http://schemas.microsoft.com/office/drawing/2014/main" id="{81FD5E03-A007-B728-4616-E05622A43A3D}"/>
              </a:ext>
            </a:extLst>
          </p:cNvPr>
          <p:cNvSpPr>
            <a:spLocks noGrp="1"/>
          </p:cNvSpPr>
          <p:nvPr>
            <p:ph type="body" sz="quarter" idx="12"/>
          </p:nvPr>
        </p:nvSpPr>
        <p:spPr>
          <a:xfrm>
            <a:off x="6389168" y="762000"/>
            <a:ext cx="2476178" cy="1999551"/>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Picture Placeholder 15" descr="Place icon here">
            <a:extLst>
              <a:ext uri="{FF2B5EF4-FFF2-40B4-BE49-F238E27FC236}">
                <a16:creationId xmlns:a16="http://schemas.microsoft.com/office/drawing/2014/main" id="{7C3BFFDB-5499-B3D7-98B2-1ABDA7D5C9DD}"/>
              </a:ext>
            </a:extLst>
          </p:cNvPr>
          <p:cNvSpPr>
            <a:spLocks noGrp="1"/>
          </p:cNvSpPr>
          <p:nvPr>
            <p:ph type="pic" sz="quarter" idx="19" hasCustomPrompt="1"/>
          </p:nvPr>
        </p:nvSpPr>
        <p:spPr>
          <a:xfrm>
            <a:off x="9428523" y="288036"/>
            <a:ext cx="201142" cy="201613"/>
          </a:xfrm>
        </p:spPr>
        <p:txBody>
          <a:bodyPr/>
          <a:lstStyle>
            <a:lvl1pPr>
              <a:defRPr sz="700">
                <a:solidFill>
                  <a:schemeClr val="tx1"/>
                </a:solidFill>
              </a:defRPr>
            </a:lvl1pPr>
          </a:lstStyle>
          <a:p>
            <a:r>
              <a:rPr lang="en-US"/>
              <a:t>Icon</a:t>
            </a:r>
          </a:p>
        </p:txBody>
      </p:sp>
      <p:sp>
        <p:nvSpPr>
          <p:cNvPr id="7" name="Text Placeholder 4">
            <a:extLst>
              <a:ext uri="{FF2B5EF4-FFF2-40B4-BE49-F238E27FC236}">
                <a16:creationId xmlns:a16="http://schemas.microsoft.com/office/drawing/2014/main" id="{EEC06719-7195-BBE7-0154-56A039A4B388}"/>
              </a:ext>
            </a:extLst>
          </p:cNvPr>
          <p:cNvSpPr>
            <a:spLocks noGrp="1"/>
          </p:cNvSpPr>
          <p:nvPr>
            <p:ph type="body" sz="quarter" idx="13"/>
          </p:nvPr>
        </p:nvSpPr>
        <p:spPr>
          <a:xfrm>
            <a:off x="9428523" y="761999"/>
            <a:ext cx="2473130" cy="1999550"/>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3" name="Straight Connector 22" descr="Horizontal row divider">
            <a:extLst>
              <a:ext uri="{FF2B5EF4-FFF2-40B4-BE49-F238E27FC236}">
                <a16:creationId xmlns:a16="http://schemas.microsoft.com/office/drawing/2014/main" id="{252CDB94-BA57-B58F-95F0-D406FE34BB40}"/>
              </a:ext>
              <a:ext uri="{C183D7F6-B498-43B3-948B-1728B52AA6E4}">
                <adec:decorative xmlns:adec="http://schemas.microsoft.com/office/drawing/2017/decorative" val="0"/>
              </a:ext>
            </a:extLst>
          </p:cNvPr>
          <p:cNvCxnSpPr>
            <a:cxnSpLocks/>
          </p:cNvCxnSpPr>
          <p:nvPr userDrawn="1"/>
        </p:nvCxnSpPr>
        <p:spPr bwMode="auto">
          <a:xfrm>
            <a:off x="3047603" y="3048000"/>
            <a:ext cx="8860271"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9" name="Picture Placeholder 15" descr="Place icon here">
            <a:extLst>
              <a:ext uri="{FF2B5EF4-FFF2-40B4-BE49-F238E27FC236}">
                <a16:creationId xmlns:a16="http://schemas.microsoft.com/office/drawing/2014/main" id="{C00295A2-8D30-455D-EBB9-FA7A46791936}"/>
              </a:ext>
            </a:extLst>
          </p:cNvPr>
          <p:cNvSpPr>
            <a:spLocks noGrp="1"/>
          </p:cNvSpPr>
          <p:nvPr>
            <p:ph type="pic" sz="quarter" idx="20" hasCustomPrompt="1"/>
          </p:nvPr>
        </p:nvSpPr>
        <p:spPr>
          <a:xfrm>
            <a:off x="3333316" y="3347315"/>
            <a:ext cx="201142" cy="201613"/>
          </a:xfrm>
        </p:spPr>
        <p:txBody>
          <a:bodyPr/>
          <a:lstStyle>
            <a:lvl1pPr>
              <a:defRPr sz="700">
                <a:solidFill>
                  <a:schemeClr val="tx1"/>
                </a:solidFill>
              </a:defRPr>
            </a:lvl1pPr>
          </a:lstStyle>
          <a:p>
            <a:r>
              <a:rPr lang="en-US"/>
              <a:t>Icon</a:t>
            </a:r>
          </a:p>
        </p:txBody>
      </p:sp>
      <p:sp>
        <p:nvSpPr>
          <p:cNvPr id="8" name="Text Placeholder 4">
            <a:extLst>
              <a:ext uri="{FF2B5EF4-FFF2-40B4-BE49-F238E27FC236}">
                <a16:creationId xmlns:a16="http://schemas.microsoft.com/office/drawing/2014/main" id="{2704E464-B0E0-CDD0-B14B-FA6386285AEC}"/>
              </a:ext>
            </a:extLst>
          </p:cNvPr>
          <p:cNvSpPr>
            <a:spLocks noGrp="1"/>
          </p:cNvSpPr>
          <p:nvPr>
            <p:ph type="body" sz="quarter" idx="14"/>
          </p:nvPr>
        </p:nvSpPr>
        <p:spPr>
          <a:xfrm>
            <a:off x="3333316" y="3811797"/>
            <a:ext cx="2477701" cy="1999148"/>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Picture Placeholder 15" descr="Place icon here">
            <a:extLst>
              <a:ext uri="{FF2B5EF4-FFF2-40B4-BE49-F238E27FC236}">
                <a16:creationId xmlns:a16="http://schemas.microsoft.com/office/drawing/2014/main" id="{F30F0F2C-CA19-3A79-4375-EB8A00FA887C}"/>
              </a:ext>
            </a:extLst>
          </p:cNvPr>
          <p:cNvSpPr>
            <a:spLocks noGrp="1"/>
          </p:cNvSpPr>
          <p:nvPr>
            <p:ph type="pic" sz="quarter" idx="21" hasCustomPrompt="1"/>
          </p:nvPr>
        </p:nvSpPr>
        <p:spPr>
          <a:xfrm>
            <a:off x="6389168" y="3347315"/>
            <a:ext cx="201142" cy="201613"/>
          </a:xfrm>
        </p:spPr>
        <p:txBody>
          <a:bodyPr/>
          <a:lstStyle>
            <a:lvl1pPr>
              <a:defRPr sz="700">
                <a:solidFill>
                  <a:schemeClr val="tx1"/>
                </a:solidFill>
              </a:defRPr>
            </a:lvl1pPr>
          </a:lstStyle>
          <a:p>
            <a:r>
              <a:rPr lang="en-US"/>
              <a:t>Icon</a:t>
            </a:r>
          </a:p>
        </p:txBody>
      </p:sp>
      <p:sp>
        <p:nvSpPr>
          <p:cNvPr id="9" name="Text Placeholder 4">
            <a:extLst>
              <a:ext uri="{FF2B5EF4-FFF2-40B4-BE49-F238E27FC236}">
                <a16:creationId xmlns:a16="http://schemas.microsoft.com/office/drawing/2014/main" id="{E96B64B8-6DA8-8704-DD30-37587B3E6824}"/>
              </a:ext>
            </a:extLst>
          </p:cNvPr>
          <p:cNvSpPr>
            <a:spLocks noGrp="1"/>
          </p:cNvSpPr>
          <p:nvPr>
            <p:ph type="body" sz="quarter" idx="15"/>
          </p:nvPr>
        </p:nvSpPr>
        <p:spPr>
          <a:xfrm>
            <a:off x="6389168" y="3811797"/>
            <a:ext cx="2477701" cy="1999146"/>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Picture Placeholder 15" descr="Place icon here">
            <a:extLst>
              <a:ext uri="{FF2B5EF4-FFF2-40B4-BE49-F238E27FC236}">
                <a16:creationId xmlns:a16="http://schemas.microsoft.com/office/drawing/2014/main" id="{9354D8C6-F61D-3FC1-07F8-FEE730E2D7A8}"/>
              </a:ext>
            </a:extLst>
          </p:cNvPr>
          <p:cNvSpPr>
            <a:spLocks noGrp="1"/>
          </p:cNvSpPr>
          <p:nvPr>
            <p:ph type="pic" sz="quarter" idx="22" hasCustomPrompt="1"/>
          </p:nvPr>
        </p:nvSpPr>
        <p:spPr>
          <a:xfrm>
            <a:off x="9428523" y="3347315"/>
            <a:ext cx="201142" cy="201613"/>
          </a:xfrm>
        </p:spPr>
        <p:txBody>
          <a:bodyPr/>
          <a:lstStyle>
            <a:lvl1pPr>
              <a:defRPr sz="700">
                <a:solidFill>
                  <a:schemeClr val="tx1"/>
                </a:solidFill>
              </a:defRPr>
            </a:lvl1pPr>
          </a:lstStyle>
          <a:p>
            <a:r>
              <a:rPr lang="en-US"/>
              <a:t>Icon</a:t>
            </a:r>
          </a:p>
        </p:txBody>
      </p:sp>
      <p:sp>
        <p:nvSpPr>
          <p:cNvPr id="10" name="Text Placeholder 4">
            <a:extLst>
              <a:ext uri="{FF2B5EF4-FFF2-40B4-BE49-F238E27FC236}">
                <a16:creationId xmlns:a16="http://schemas.microsoft.com/office/drawing/2014/main" id="{AF965C82-A0A6-A670-C10A-6073DD3549EB}"/>
              </a:ext>
            </a:extLst>
          </p:cNvPr>
          <p:cNvSpPr>
            <a:spLocks noGrp="1"/>
          </p:cNvSpPr>
          <p:nvPr>
            <p:ph type="body" sz="quarter" idx="16"/>
          </p:nvPr>
        </p:nvSpPr>
        <p:spPr>
          <a:xfrm>
            <a:off x="9428523" y="3811797"/>
            <a:ext cx="2473130" cy="1999144"/>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56C9A7FC-6BA2-EF1D-18D5-F605D8C7C003}"/>
              </a:ext>
            </a:extLst>
          </p:cNvPr>
          <p:cNvSpPr>
            <a:spLocks noGrp="1"/>
          </p:cNvSpPr>
          <p:nvPr>
            <p:ph type="ftr" sz="quarter" idx="23"/>
          </p:nvPr>
        </p:nvSpPr>
        <p:spPr>
          <a:xfrm>
            <a:off x="287963" y="6408000"/>
            <a:ext cx="2477765" cy="190500"/>
          </a:xfrm>
        </p:spPr>
        <p:txBody>
          <a:bodyPr/>
          <a:lstStyle/>
          <a:p>
            <a:endParaRPr lang="en-US"/>
          </a:p>
        </p:txBody>
      </p:sp>
      <p:sp>
        <p:nvSpPr>
          <p:cNvPr id="12" name="Slide Number">
            <a:extLst>
              <a:ext uri="{FF2B5EF4-FFF2-40B4-BE49-F238E27FC236}">
                <a16:creationId xmlns:a16="http://schemas.microsoft.com/office/drawing/2014/main" id="{C0294F07-890E-B2F9-0CAD-1B5AFB7648AB}"/>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cxnSp>
        <p:nvCxnSpPr>
          <p:cNvPr id="4" name="Straight Connector 3" descr="Vertical column divider">
            <a:extLst>
              <a:ext uri="{FF2B5EF4-FFF2-40B4-BE49-F238E27FC236}">
                <a16:creationId xmlns:a16="http://schemas.microsoft.com/office/drawing/2014/main" id="{0E795639-6102-AB6C-5918-29F86236BFD2}"/>
              </a:ext>
            </a:extLst>
          </p:cNvPr>
          <p:cNvCxnSpPr>
            <a:cxnSpLocks/>
          </p:cNvCxnSpPr>
          <p:nvPr userDrawn="1"/>
        </p:nvCxnSpPr>
        <p:spPr bwMode="auto">
          <a:xfrm>
            <a:off x="3047603" y="285051"/>
            <a:ext cx="0" cy="581104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1" name="Straight Connector 10" descr="Vertical column divider">
            <a:extLst>
              <a:ext uri="{FF2B5EF4-FFF2-40B4-BE49-F238E27FC236}">
                <a16:creationId xmlns:a16="http://schemas.microsoft.com/office/drawing/2014/main" id="{357E5319-53C7-E291-189E-B5A9A71EC85F}"/>
              </a:ext>
            </a:extLst>
          </p:cNvPr>
          <p:cNvCxnSpPr>
            <a:cxnSpLocks/>
          </p:cNvCxnSpPr>
          <p:nvPr userDrawn="1"/>
        </p:nvCxnSpPr>
        <p:spPr bwMode="auto">
          <a:xfrm>
            <a:off x="6095270" y="285051"/>
            <a:ext cx="0" cy="58125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descr="Vertical column divider">
            <a:extLst>
              <a:ext uri="{FF2B5EF4-FFF2-40B4-BE49-F238E27FC236}">
                <a16:creationId xmlns:a16="http://schemas.microsoft.com/office/drawing/2014/main" id="{C5786CF5-FEFB-F111-90C8-4410630FD7A3}"/>
              </a:ext>
            </a:extLst>
          </p:cNvPr>
          <p:cNvCxnSpPr>
            <a:cxnSpLocks/>
          </p:cNvCxnSpPr>
          <p:nvPr userDrawn="1"/>
        </p:nvCxnSpPr>
        <p:spPr bwMode="auto">
          <a:xfrm>
            <a:off x="9142810" y="285051"/>
            <a:ext cx="0" cy="581104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830141162"/>
      </p:ext>
    </p:extLst>
  </p:cSld>
  <p:clrMapOvr>
    <a:masterClrMapping/>
  </p:clrMapOvr>
  <p:transition spd="med"/>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Boxes, 6 stacked, alternate,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287963" y="192024"/>
            <a:ext cx="5519019" cy="1706563"/>
          </a:xfrm>
        </p:spPr>
        <p:txBody>
          <a:bodyPr rIns="457200"/>
          <a:lstStyle>
            <a:lvl1pPr>
              <a:lnSpc>
                <a:spcPct val="100000"/>
              </a:lnSpc>
              <a:defRPr sz="3399">
                <a:solidFill>
                  <a:schemeClr val="tx2"/>
                </a:solidFill>
              </a:defRPr>
            </a:lvl1pPr>
          </a:lstStyle>
          <a:p>
            <a:r>
              <a:rPr lang="en-US"/>
              <a:t>Click to edit Master title style</a:t>
            </a:r>
          </a:p>
        </p:txBody>
      </p: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6389168" y="288036"/>
            <a:ext cx="2476178" cy="24772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9" name="Straight Connector 18" descr="Vertical column divider">
            <a:extLst>
              <a:ext uri="{FF2B5EF4-FFF2-40B4-BE49-F238E27FC236}">
                <a16:creationId xmlns:a16="http://schemas.microsoft.com/office/drawing/2014/main" id="{B87B78A1-A315-98D3-1692-18AAAF4C6002}"/>
              </a:ext>
              <a:ext uri="{C183D7F6-B498-43B3-948B-1728B52AA6E4}">
                <adec:decorative xmlns:adec="http://schemas.microsoft.com/office/drawing/2017/decorative" val="0"/>
              </a:ext>
            </a:extLst>
          </p:cNvPr>
          <p:cNvCxnSpPr>
            <a:cxnSpLocks/>
          </p:cNvCxnSpPr>
          <p:nvPr userDrawn="1"/>
        </p:nvCxnSpPr>
        <p:spPr bwMode="auto">
          <a:xfrm>
            <a:off x="9142810" y="286569"/>
            <a:ext cx="0" cy="5811019"/>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8" name="Text Placeholder 6">
            <a:extLst>
              <a:ext uri="{FF2B5EF4-FFF2-40B4-BE49-F238E27FC236}">
                <a16:creationId xmlns:a16="http://schemas.microsoft.com/office/drawing/2014/main" id="{C1675E3B-BB72-1CF2-CC6C-1977AEAF5921}"/>
              </a:ext>
            </a:extLst>
          </p:cNvPr>
          <p:cNvSpPr>
            <a:spLocks noGrp="1"/>
          </p:cNvSpPr>
          <p:nvPr userDrawn="1">
            <p:ph type="body" sz="quarter" idx="13"/>
          </p:nvPr>
        </p:nvSpPr>
        <p:spPr>
          <a:xfrm>
            <a:off x="9430109" y="288036"/>
            <a:ext cx="2476178" cy="24772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6" name="Straight Connector 15" descr="Horizontal row divider">
            <a:extLst>
              <a:ext uri="{FF2B5EF4-FFF2-40B4-BE49-F238E27FC236}">
                <a16:creationId xmlns:a16="http://schemas.microsoft.com/office/drawing/2014/main" id="{4F455E69-0B51-1D31-E569-651079398D33}"/>
              </a:ext>
              <a:ext uri="{C183D7F6-B498-43B3-948B-1728B52AA6E4}">
                <adec:decorative xmlns:adec="http://schemas.microsoft.com/office/drawing/2017/decorative" val="0"/>
              </a:ext>
            </a:extLst>
          </p:cNvPr>
          <p:cNvCxnSpPr>
            <a:cxnSpLocks/>
          </p:cNvCxnSpPr>
          <p:nvPr userDrawn="1"/>
        </p:nvCxnSpPr>
        <p:spPr bwMode="auto">
          <a:xfrm>
            <a:off x="287999" y="3048000"/>
            <a:ext cx="11612733"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descr="Vertical column divider">
            <a:extLst>
              <a:ext uri="{FF2B5EF4-FFF2-40B4-BE49-F238E27FC236}">
                <a16:creationId xmlns:a16="http://schemas.microsoft.com/office/drawing/2014/main" id="{54C560F4-CB2D-6B04-588B-57BB4D4E6DC3}"/>
              </a:ext>
              <a:ext uri="{C183D7F6-B498-43B3-948B-1728B52AA6E4}">
                <adec:decorative xmlns:adec="http://schemas.microsoft.com/office/drawing/2017/decorative" val="0"/>
              </a:ext>
            </a:extLst>
          </p:cNvPr>
          <p:cNvCxnSpPr>
            <a:cxnSpLocks/>
          </p:cNvCxnSpPr>
          <p:nvPr userDrawn="1"/>
        </p:nvCxnSpPr>
        <p:spPr bwMode="auto">
          <a:xfrm>
            <a:off x="3047603" y="3048000"/>
            <a:ext cx="0" cy="3049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3" name="Footer Placeholder 3">
            <a:extLst>
              <a:ext uri="{FF2B5EF4-FFF2-40B4-BE49-F238E27FC236}">
                <a16:creationId xmlns:a16="http://schemas.microsoft.com/office/drawing/2014/main" id="{59A0B1DF-AF8B-38B3-B47C-60722DFBF162}"/>
              </a:ext>
            </a:extLst>
          </p:cNvPr>
          <p:cNvSpPr>
            <a:spLocks noGrp="1"/>
          </p:cNvSpPr>
          <p:nvPr userDrawn="1">
            <p:ph type="ftr" sz="quarter" idx="18"/>
          </p:nvPr>
        </p:nvSpPr>
        <p:spPr>
          <a:xfrm>
            <a:off x="287963" y="6408000"/>
            <a:ext cx="2477765" cy="190500"/>
          </a:xfrm>
        </p:spPr>
        <p:txBody>
          <a:bodyPr/>
          <a:lstStyle/>
          <a:p>
            <a:endParaRPr lang="en-US"/>
          </a:p>
        </p:txBody>
      </p:sp>
      <p:sp>
        <p:nvSpPr>
          <p:cNvPr id="6" name="Slide Number">
            <a:extLst>
              <a:ext uri="{FF2B5EF4-FFF2-40B4-BE49-F238E27FC236}">
                <a16:creationId xmlns:a16="http://schemas.microsoft.com/office/drawing/2014/main" id="{EFD38FC2-A92F-D3A8-74D5-CE6E95D9C133}"/>
              </a:ext>
            </a:extLst>
          </p:cNvPr>
          <p:cNvSpPr txBox="1">
            <a:spLocks noGrp="1"/>
          </p:cNvSpPr>
          <p:nvPr userDrawn="1">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cxnSp>
        <p:nvCxnSpPr>
          <p:cNvPr id="5" name="Straight Connector 4" descr="Vertical column divider">
            <a:extLst>
              <a:ext uri="{FF2B5EF4-FFF2-40B4-BE49-F238E27FC236}">
                <a16:creationId xmlns:a16="http://schemas.microsoft.com/office/drawing/2014/main" id="{A5B6E0FE-2F6F-9D77-9834-2DF9E13E2262}"/>
              </a:ext>
            </a:extLst>
          </p:cNvPr>
          <p:cNvCxnSpPr>
            <a:cxnSpLocks/>
          </p:cNvCxnSpPr>
          <p:nvPr userDrawn="1"/>
        </p:nvCxnSpPr>
        <p:spPr bwMode="auto">
          <a:xfrm>
            <a:off x="6095270" y="285051"/>
            <a:ext cx="0" cy="58125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 name="Text Placeholder 10">
            <a:extLst>
              <a:ext uri="{FF2B5EF4-FFF2-40B4-BE49-F238E27FC236}">
                <a16:creationId xmlns:a16="http://schemas.microsoft.com/office/drawing/2014/main" id="{022E65FD-CDEF-1AA2-2521-5B200BF4B6BD}"/>
              </a:ext>
            </a:extLst>
          </p:cNvPr>
          <p:cNvSpPr>
            <a:spLocks noGrp="1"/>
          </p:cNvSpPr>
          <p:nvPr>
            <p:ph type="body" sz="quarter" idx="11"/>
          </p:nvPr>
        </p:nvSpPr>
        <p:spPr>
          <a:xfrm>
            <a:off x="287999" y="3337941"/>
            <a:ext cx="2474590" cy="2759647"/>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10">
            <a:extLst>
              <a:ext uri="{FF2B5EF4-FFF2-40B4-BE49-F238E27FC236}">
                <a16:creationId xmlns:a16="http://schemas.microsoft.com/office/drawing/2014/main" id="{83C43A7A-FFA5-D00F-7BEB-AA5C5DA6FB8E}"/>
              </a:ext>
            </a:extLst>
          </p:cNvPr>
          <p:cNvSpPr>
            <a:spLocks noGrp="1"/>
          </p:cNvSpPr>
          <p:nvPr>
            <p:ph type="body" sz="quarter" idx="19"/>
          </p:nvPr>
        </p:nvSpPr>
        <p:spPr>
          <a:xfrm>
            <a:off x="3331187"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6558C27E-CF79-F761-3827-DA392178DC8E}"/>
              </a:ext>
            </a:extLst>
          </p:cNvPr>
          <p:cNvSpPr>
            <a:spLocks noGrp="1"/>
          </p:cNvSpPr>
          <p:nvPr>
            <p:ph type="body" sz="quarter" idx="20"/>
          </p:nvPr>
        </p:nvSpPr>
        <p:spPr>
          <a:xfrm>
            <a:off x="6389168"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0">
            <a:extLst>
              <a:ext uri="{FF2B5EF4-FFF2-40B4-BE49-F238E27FC236}">
                <a16:creationId xmlns:a16="http://schemas.microsoft.com/office/drawing/2014/main" id="{C0BF9C6F-22AC-2FF0-D8C9-37373CDEB3A5}"/>
              </a:ext>
            </a:extLst>
          </p:cNvPr>
          <p:cNvSpPr>
            <a:spLocks noGrp="1"/>
          </p:cNvSpPr>
          <p:nvPr>
            <p:ph type="body" sz="quarter" idx="14"/>
          </p:nvPr>
        </p:nvSpPr>
        <p:spPr>
          <a:xfrm>
            <a:off x="9428523"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819835531"/>
      </p:ext>
    </p:extLst>
  </p:cSld>
  <p:clrMapOvr>
    <a:masterClrMapping/>
  </p:clrMapOvr>
  <p:transition spd="med"/>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Boxes, 6 stacked, alternate,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287963" y="288036"/>
            <a:ext cx="2474590" cy="1706563"/>
          </a:xfrm>
        </p:spPr>
        <p:txBody>
          <a:bodyPr rIns="0"/>
          <a:lstStyle>
            <a:lvl1pPr>
              <a:lnSpc>
                <a:spcPct val="110000"/>
              </a:lnSpc>
              <a:defRPr sz="1800">
                <a:solidFill>
                  <a:schemeClr val="tx2"/>
                </a:solidFill>
              </a:defRPr>
            </a:lvl1pPr>
          </a:lstStyle>
          <a:p>
            <a:r>
              <a:rPr lang="en-US"/>
              <a:t>Click to edit Master title style</a:t>
            </a:r>
          </a:p>
        </p:txBody>
      </p: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6389168" y="288036"/>
            <a:ext cx="2476178" cy="24772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6">
            <a:extLst>
              <a:ext uri="{FF2B5EF4-FFF2-40B4-BE49-F238E27FC236}">
                <a16:creationId xmlns:a16="http://schemas.microsoft.com/office/drawing/2014/main" id="{C1675E3B-BB72-1CF2-CC6C-1977AEAF5921}"/>
              </a:ext>
            </a:extLst>
          </p:cNvPr>
          <p:cNvSpPr>
            <a:spLocks noGrp="1"/>
          </p:cNvSpPr>
          <p:nvPr>
            <p:ph type="body" sz="quarter" idx="13"/>
          </p:nvPr>
        </p:nvSpPr>
        <p:spPr>
          <a:xfrm>
            <a:off x="9430109" y="288036"/>
            <a:ext cx="2476178" cy="24772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7C192388-DAC3-247F-4457-03A65F8CDF36}"/>
              </a:ext>
            </a:extLst>
          </p:cNvPr>
          <p:cNvSpPr>
            <a:spLocks noGrp="1"/>
          </p:cNvSpPr>
          <p:nvPr>
            <p:ph type="ftr" sz="quarter" idx="18"/>
          </p:nvPr>
        </p:nvSpPr>
        <p:spPr>
          <a:xfrm>
            <a:off x="287963" y="6408000"/>
            <a:ext cx="2477765" cy="190500"/>
          </a:xfrm>
        </p:spPr>
        <p:txBody>
          <a:bodyPr/>
          <a:lstStyle/>
          <a:p>
            <a:endParaRPr lang="en-US"/>
          </a:p>
        </p:txBody>
      </p:sp>
      <p:sp>
        <p:nvSpPr>
          <p:cNvPr id="6" name="Slide Number">
            <a:extLst>
              <a:ext uri="{FF2B5EF4-FFF2-40B4-BE49-F238E27FC236}">
                <a16:creationId xmlns:a16="http://schemas.microsoft.com/office/drawing/2014/main" id="{72D75691-23B7-FADC-4357-CB3662EB3779}"/>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cxnSp>
        <p:nvCxnSpPr>
          <p:cNvPr id="5" name="Straight Connector 4" descr="Vertical column divider">
            <a:extLst>
              <a:ext uri="{FF2B5EF4-FFF2-40B4-BE49-F238E27FC236}">
                <a16:creationId xmlns:a16="http://schemas.microsoft.com/office/drawing/2014/main" id="{CB17488F-3B5A-CD3F-8D89-787477C1F946}"/>
              </a:ext>
              <a:ext uri="{C183D7F6-B498-43B3-948B-1728B52AA6E4}">
                <adec:decorative xmlns:adec="http://schemas.microsoft.com/office/drawing/2017/decorative" val="0"/>
              </a:ext>
            </a:extLst>
          </p:cNvPr>
          <p:cNvCxnSpPr>
            <a:cxnSpLocks/>
          </p:cNvCxnSpPr>
          <p:nvPr userDrawn="1"/>
        </p:nvCxnSpPr>
        <p:spPr bwMode="auto">
          <a:xfrm>
            <a:off x="9142810" y="286569"/>
            <a:ext cx="0" cy="5811019"/>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descr="Horizontal row divider">
            <a:extLst>
              <a:ext uri="{FF2B5EF4-FFF2-40B4-BE49-F238E27FC236}">
                <a16:creationId xmlns:a16="http://schemas.microsoft.com/office/drawing/2014/main" id="{7B2108DD-FE3A-F98C-D857-CDFA3DAD9666}"/>
              </a:ext>
              <a:ext uri="{C183D7F6-B498-43B3-948B-1728B52AA6E4}">
                <adec:decorative xmlns:adec="http://schemas.microsoft.com/office/drawing/2017/decorative" val="0"/>
              </a:ext>
            </a:extLst>
          </p:cNvPr>
          <p:cNvCxnSpPr>
            <a:cxnSpLocks/>
          </p:cNvCxnSpPr>
          <p:nvPr userDrawn="1"/>
        </p:nvCxnSpPr>
        <p:spPr bwMode="auto">
          <a:xfrm>
            <a:off x="287999" y="3048000"/>
            <a:ext cx="11612733"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 name="Straight Connector 13" descr="Vertical column divider">
            <a:extLst>
              <a:ext uri="{FF2B5EF4-FFF2-40B4-BE49-F238E27FC236}">
                <a16:creationId xmlns:a16="http://schemas.microsoft.com/office/drawing/2014/main" id="{03D0E68D-02AF-474A-3224-FF5108D23382}"/>
              </a:ext>
              <a:ext uri="{C183D7F6-B498-43B3-948B-1728B52AA6E4}">
                <adec:decorative xmlns:adec="http://schemas.microsoft.com/office/drawing/2017/decorative" val="0"/>
              </a:ext>
            </a:extLst>
          </p:cNvPr>
          <p:cNvCxnSpPr>
            <a:cxnSpLocks/>
          </p:cNvCxnSpPr>
          <p:nvPr userDrawn="1"/>
        </p:nvCxnSpPr>
        <p:spPr bwMode="auto">
          <a:xfrm>
            <a:off x="3047603" y="3041650"/>
            <a:ext cx="0" cy="305593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5" name="Straight Connector 14" descr="Vertical column divider">
            <a:extLst>
              <a:ext uri="{FF2B5EF4-FFF2-40B4-BE49-F238E27FC236}">
                <a16:creationId xmlns:a16="http://schemas.microsoft.com/office/drawing/2014/main" id="{5600EFDE-928F-B419-8585-5582A68373F2}"/>
              </a:ext>
            </a:extLst>
          </p:cNvPr>
          <p:cNvCxnSpPr>
            <a:cxnSpLocks/>
          </p:cNvCxnSpPr>
          <p:nvPr userDrawn="1"/>
        </p:nvCxnSpPr>
        <p:spPr bwMode="auto">
          <a:xfrm>
            <a:off x="6095270" y="285051"/>
            <a:ext cx="0" cy="58125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6" name="Text Placeholder 10">
            <a:extLst>
              <a:ext uri="{FF2B5EF4-FFF2-40B4-BE49-F238E27FC236}">
                <a16:creationId xmlns:a16="http://schemas.microsoft.com/office/drawing/2014/main" id="{5C1B1885-0510-1907-4EAD-DB9018C133E5}"/>
              </a:ext>
            </a:extLst>
          </p:cNvPr>
          <p:cNvSpPr>
            <a:spLocks noGrp="1"/>
          </p:cNvSpPr>
          <p:nvPr>
            <p:ph type="body" sz="quarter" idx="11"/>
          </p:nvPr>
        </p:nvSpPr>
        <p:spPr>
          <a:xfrm>
            <a:off x="287999" y="3337941"/>
            <a:ext cx="2474590" cy="2759647"/>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Text Placeholder 10">
            <a:extLst>
              <a:ext uri="{FF2B5EF4-FFF2-40B4-BE49-F238E27FC236}">
                <a16:creationId xmlns:a16="http://schemas.microsoft.com/office/drawing/2014/main" id="{5804D2DB-0651-E704-D761-49FB6352B7C3}"/>
              </a:ext>
            </a:extLst>
          </p:cNvPr>
          <p:cNvSpPr>
            <a:spLocks noGrp="1"/>
          </p:cNvSpPr>
          <p:nvPr>
            <p:ph type="body" sz="quarter" idx="19"/>
          </p:nvPr>
        </p:nvSpPr>
        <p:spPr>
          <a:xfrm>
            <a:off x="3331187"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Text Placeholder 10">
            <a:extLst>
              <a:ext uri="{FF2B5EF4-FFF2-40B4-BE49-F238E27FC236}">
                <a16:creationId xmlns:a16="http://schemas.microsoft.com/office/drawing/2014/main" id="{9900EBA3-CCC2-CE83-A620-B68ADAF8371C}"/>
              </a:ext>
            </a:extLst>
          </p:cNvPr>
          <p:cNvSpPr>
            <a:spLocks noGrp="1"/>
          </p:cNvSpPr>
          <p:nvPr>
            <p:ph type="body" sz="quarter" idx="20"/>
          </p:nvPr>
        </p:nvSpPr>
        <p:spPr>
          <a:xfrm>
            <a:off x="6389168"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Text Placeholder 10">
            <a:extLst>
              <a:ext uri="{FF2B5EF4-FFF2-40B4-BE49-F238E27FC236}">
                <a16:creationId xmlns:a16="http://schemas.microsoft.com/office/drawing/2014/main" id="{FAB4091C-FF62-7BAF-B996-F22392D5E709}"/>
              </a:ext>
            </a:extLst>
          </p:cNvPr>
          <p:cNvSpPr>
            <a:spLocks noGrp="1"/>
          </p:cNvSpPr>
          <p:nvPr>
            <p:ph type="body" sz="quarter" idx="14"/>
          </p:nvPr>
        </p:nvSpPr>
        <p:spPr>
          <a:xfrm>
            <a:off x="9428523"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970735991"/>
      </p:ext>
    </p:extLst>
  </p:cSld>
  <p:clrMapOvr>
    <a:masterClrMapping/>
  </p:clrMapOvr>
  <p:transition spd="med"/>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Video or imagery, half,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63" y="288036"/>
            <a:ext cx="2474590" cy="762794"/>
          </a:xfrm>
        </p:spPr>
        <p:txBody>
          <a:bodyPr/>
          <a:lstStyle>
            <a:lvl1pPr>
              <a:lnSpc>
                <a:spcPct val="110000"/>
              </a:lnSpc>
              <a:defRPr sz="1400">
                <a:solidFill>
                  <a:schemeClr val="tx2"/>
                </a:solidFill>
              </a:defRPr>
            </a:lvl1pPr>
          </a:lstStyle>
          <a:p>
            <a:r>
              <a:rPr lang="en-US"/>
              <a:t>Click to edit Master title style</a:t>
            </a:r>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287962" y="1520825"/>
            <a:ext cx="2473130" cy="4576763"/>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5">
            <a:extLst>
              <a:ext uri="{FF2B5EF4-FFF2-40B4-BE49-F238E27FC236}">
                <a16:creationId xmlns:a16="http://schemas.microsoft.com/office/drawing/2014/main" id="{88F00625-4E10-D884-2256-56B294B4BA89}"/>
              </a:ext>
            </a:extLst>
          </p:cNvPr>
          <p:cNvSpPr>
            <a:spLocks noGrp="1"/>
          </p:cNvSpPr>
          <p:nvPr>
            <p:ph type="body" sz="quarter" idx="13"/>
          </p:nvPr>
        </p:nvSpPr>
        <p:spPr>
          <a:xfrm>
            <a:off x="3334904" y="1520825"/>
            <a:ext cx="2475384" cy="4576763"/>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Picture Placeholder 10" descr="Place imagery here">
            <a:extLst>
              <a:ext uri="{FF2B5EF4-FFF2-40B4-BE49-F238E27FC236}">
                <a16:creationId xmlns:a16="http://schemas.microsoft.com/office/drawing/2014/main" id="{468A48E8-BE84-7972-AB73-8E31C1C13499}"/>
              </a:ext>
            </a:extLst>
          </p:cNvPr>
          <p:cNvSpPr>
            <a:spLocks noGrp="1"/>
          </p:cNvSpPr>
          <p:nvPr>
            <p:ph type="pic" sz="quarter" idx="15" hasCustomPrompt="1"/>
          </p:nvPr>
        </p:nvSpPr>
        <p:spPr>
          <a:xfrm>
            <a:off x="6380919" y="288037"/>
            <a:ext cx="5519908" cy="6285801"/>
          </a:xfrm>
          <a:solidFill>
            <a:srgbClr val="E0E0E0"/>
          </a:solidFill>
        </p:spPr>
        <p:txBody>
          <a:bodyPr anchor="ctr"/>
          <a:lstStyle>
            <a:lvl1pPr algn="ctr">
              <a:defRPr>
                <a:solidFill>
                  <a:schemeClr val="accent5"/>
                </a:solidFill>
              </a:defRPr>
            </a:lvl1pPr>
          </a:lstStyle>
          <a:p>
            <a:r>
              <a:rPr lang="en-US"/>
              <a:t>Place imagery here</a:t>
            </a:r>
          </a:p>
        </p:txBody>
      </p:sp>
      <p:sp>
        <p:nvSpPr>
          <p:cNvPr id="3" name="Footer Placeholder 3">
            <a:extLst>
              <a:ext uri="{FF2B5EF4-FFF2-40B4-BE49-F238E27FC236}">
                <a16:creationId xmlns:a16="http://schemas.microsoft.com/office/drawing/2014/main" id="{765F8DDE-78BD-E2B6-1CAB-2A9EF14E9F71}"/>
              </a:ext>
            </a:extLst>
          </p:cNvPr>
          <p:cNvSpPr>
            <a:spLocks noGrp="1"/>
          </p:cNvSpPr>
          <p:nvPr>
            <p:ph type="ftr" sz="quarter" idx="18"/>
          </p:nvPr>
        </p:nvSpPr>
        <p:spPr>
          <a:xfrm>
            <a:off x="287963" y="6408000"/>
            <a:ext cx="2477765" cy="190500"/>
          </a:xfrm>
        </p:spPr>
        <p:txBody>
          <a:bodyPr/>
          <a:lstStyle/>
          <a:p>
            <a:endParaRPr lang="en-US"/>
          </a:p>
        </p:txBody>
      </p:sp>
    </p:spTree>
    <p:extLst>
      <p:ext uri="{BB962C8B-B14F-4D97-AF65-F5344CB8AC3E}">
        <p14:creationId xmlns:p14="http://schemas.microsoft.com/office/powerpoint/2010/main" val="2074574987"/>
      </p:ext>
    </p:extLst>
  </p:cSld>
  <p:clrMapOvr>
    <a:masterClrMapping/>
  </p:clrMapOvr>
  <p:transition spd="med"/>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Video or imagery, 3/4, ble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63" y="288036"/>
            <a:ext cx="2474590" cy="762794"/>
          </a:xfrm>
        </p:spPr>
        <p:txBody>
          <a:bodyPr/>
          <a:lstStyle>
            <a:lvl1pPr>
              <a:lnSpc>
                <a:spcPct val="110000"/>
              </a:lnSpc>
              <a:defRPr sz="1400">
                <a:solidFill>
                  <a:schemeClr val="tx2"/>
                </a:solidFill>
              </a:defRPr>
            </a:lvl1pPr>
          </a:lstStyle>
          <a:p>
            <a:r>
              <a:rPr lang="en-US"/>
              <a:t>Click to edit Master title style</a:t>
            </a:r>
          </a:p>
        </p:txBody>
      </p:sp>
      <p:sp>
        <p:nvSpPr>
          <p:cNvPr id="6" name="Text Placeholder 5">
            <a:extLst>
              <a:ext uri="{FF2B5EF4-FFF2-40B4-BE49-F238E27FC236}">
                <a16:creationId xmlns:a16="http://schemas.microsoft.com/office/drawing/2014/main" id="{75EDE688-75EF-DA04-F0B3-24F53FFC6BAF}"/>
              </a:ext>
            </a:extLst>
          </p:cNvPr>
          <p:cNvSpPr>
            <a:spLocks noGrp="1"/>
          </p:cNvSpPr>
          <p:nvPr>
            <p:ph type="body" sz="quarter" idx="13"/>
          </p:nvPr>
        </p:nvSpPr>
        <p:spPr>
          <a:xfrm>
            <a:off x="287963" y="1520825"/>
            <a:ext cx="2477765" cy="4576763"/>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Picture Placeholder 11" descr="Place imagery here">
            <a:extLst>
              <a:ext uri="{FF2B5EF4-FFF2-40B4-BE49-F238E27FC236}">
                <a16:creationId xmlns:a16="http://schemas.microsoft.com/office/drawing/2014/main" id="{DE390102-FDF4-C834-3F45-02B57A70ADB2}"/>
              </a:ext>
            </a:extLst>
          </p:cNvPr>
          <p:cNvSpPr>
            <a:spLocks noGrp="1"/>
          </p:cNvSpPr>
          <p:nvPr>
            <p:ph type="pic" sz="quarter" idx="14" hasCustomPrompt="1"/>
          </p:nvPr>
        </p:nvSpPr>
        <p:spPr>
          <a:xfrm>
            <a:off x="3047603" y="0"/>
            <a:ext cx="9144397" cy="6858000"/>
          </a:xfrm>
          <a:solidFill>
            <a:srgbClr val="E0E0E0"/>
          </a:solidFill>
        </p:spPr>
        <p:txBody>
          <a:bodyPr anchor="ctr"/>
          <a:lstStyle>
            <a:lvl1pPr algn="ctr">
              <a:defRPr>
                <a:solidFill>
                  <a:schemeClr val="accent5"/>
                </a:solidFill>
              </a:defRPr>
            </a:lvl1pPr>
          </a:lstStyle>
          <a:p>
            <a:r>
              <a:rPr lang="en-US"/>
              <a:t>Place imagery here</a:t>
            </a:r>
          </a:p>
        </p:txBody>
      </p:sp>
      <p:sp>
        <p:nvSpPr>
          <p:cNvPr id="5" name="Footer Placeholder 3">
            <a:extLst>
              <a:ext uri="{FF2B5EF4-FFF2-40B4-BE49-F238E27FC236}">
                <a16:creationId xmlns:a16="http://schemas.microsoft.com/office/drawing/2014/main" id="{7B09C899-A6D4-3826-EAB8-A75F78607CE3}"/>
              </a:ext>
            </a:extLst>
          </p:cNvPr>
          <p:cNvSpPr>
            <a:spLocks noGrp="1"/>
          </p:cNvSpPr>
          <p:nvPr>
            <p:ph type="ftr" sz="quarter" idx="18"/>
          </p:nvPr>
        </p:nvSpPr>
        <p:spPr>
          <a:xfrm>
            <a:off x="287963" y="6408000"/>
            <a:ext cx="2477765" cy="190500"/>
          </a:xfrm>
        </p:spPr>
        <p:txBody>
          <a:bodyPr/>
          <a:lstStyle/>
          <a:p>
            <a:endParaRPr lang="en-US"/>
          </a:p>
        </p:txBody>
      </p:sp>
      <p:sp>
        <p:nvSpPr>
          <p:cNvPr id="7" name="Slide Number">
            <a:extLst>
              <a:ext uri="{FF2B5EF4-FFF2-40B4-BE49-F238E27FC236}">
                <a16:creationId xmlns:a16="http://schemas.microsoft.com/office/drawing/2014/main" id="{BEB46264-65A0-272C-CC19-DCA9B586608B}"/>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446512530"/>
      </p:ext>
    </p:extLst>
  </p:cSld>
  <p:clrMapOvr>
    <a:masterClrMapping/>
  </p:clrMapOvr>
  <p:transition spd="med"/>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Video or imagery, 3/4,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63" y="288036"/>
            <a:ext cx="2474590" cy="762794"/>
          </a:xfrm>
        </p:spPr>
        <p:txBody>
          <a:bodyPr/>
          <a:lstStyle>
            <a:lvl1pPr>
              <a:lnSpc>
                <a:spcPct val="110000"/>
              </a:lnSpc>
              <a:defRPr sz="1400">
                <a:solidFill>
                  <a:schemeClr val="tx2"/>
                </a:solidFill>
              </a:defRPr>
            </a:lvl1pPr>
          </a:lstStyle>
          <a:p>
            <a:r>
              <a:rPr lang="en-US"/>
              <a:t>Click to edit Master title style</a:t>
            </a:r>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287963" y="1520825"/>
            <a:ext cx="2477765" cy="4576763"/>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Picture Placeholder 6" descr="Place imagery here">
            <a:extLst>
              <a:ext uri="{FF2B5EF4-FFF2-40B4-BE49-F238E27FC236}">
                <a16:creationId xmlns:a16="http://schemas.microsoft.com/office/drawing/2014/main" id="{CC70703B-65B6-4B78-8B7C-73857A06C3A8}"/>
              </a:ext>
            </a:extLst>
          </p:cNvPr>
          <p:cNvSpPr>
            <a:spLocks noGrp="1"/>
          </p:cNvSpPr>
          <p:nvPr>
            <p:ph type="pic" sz="quarter" idx="14" hasCustomPrompt="1"/>
          </p:nvPr>
        </p:nvSpPr>
        <p:spPr>
          <a:xfrm>
            <a:off x="3333316" y="285750"/>
            <a:ext cx="8567416" cy="6289675"/>
          </a:xfrm>
          <a:solidFill>
            <a:srgbClr val="E0E0E0"/>
          </a:solidFill>
        </p:spPr>
        <p:txBody>
          <a:bodyPr anchor="ctr"/>
          <a:lstStyle>
            <a:lvl1pPr algn="ctr">
              <a:defRPr>
                <a:solidFill>
                  <a:schemeClr val="accent5"/>
                </a:solidFill>
              </a:defRPr>
            </a:lvl1pPr>
          </a:lstStyle>
          <a:p>
            <a:r>
              <a:rPr lang="en-US"/>
              <a:t>Place imagery here</a:t>
            </a:r>
          </a:p>
        </p:txBody>
      </p:sp>
      <p:sp>
        <p:nvSpPr>
          <p:cNvPr id="3" name="Footer Placeholder 3">
            <a:extLst>
              <a:ext uri="{FF2B5EF4-FFF2-40B4-BE49-F238E27FC236}">
                <a16:creationId xmlns:a16="http://schemas.microsoft.com/office/drawing/2014/main" id="{547D5110-D587-CC11-18F6-FEB7AA2D7851}"/>
              </a:ext>
            </a:extLst>
          </p:cNvPr>
          <p:cNvSpPr>
            <a:spLocks noGrp="1"/>
          </p:cNvSpPr>
          <p:nvPr>
            <p:ph type="ftr" sz="quarter" idx="18"/>
          </p:nvPr>
        </p:nvSpPr>
        <p:spPr>
          <a:xfrm>
            <a:off x="287963" y="6408000"/>
            <a:ext cx="2477765" cy="190500"/>
          </a:xfrm>
        </p:spPr>
        <p:txBody>
          <a:bodyPr/>
          <a:lstStyle/>
          <a:p>
            <a:endParaRPr lang="en-US"/>
          </a:p>
        </p:txBody>
      </p:sp>
    </p:spTree>
    <p:extLst>
      <p:ext uri="{BB962C8B-B14F-4D97-AF65-F5344CB8AC3E}">
        <p14:creationId xmlns:p14="http://schemas.microsoft.com/office/powerpoint/2010/main" val="3711537828"/>
      </p:ext>
    </p:extLst>
  </p:cSld>
  <p:clrMapOvr>
    <a:masterClrMapping/>
  </p:clrMapOvr>
  <p:transition spd="med"/>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Video or imagery, bleed">
    <p:bg>
      <p:bgPr>
        <a:solidFill>
          <a:schemeClr val="bg1"/>
        </a:solidFill>
        <a:effectLst/>
      </p:bgPr>
    </p:bg>
    <p:spTree>
      <p:nvGrpSpPr>
        <p:cNvPr id="1" name=""/>
        <p:cNvGrpSpPr/>
        <p:nvPr/>
      </p:nvGrpSpPr>
      <p:grpSpPr>
        <a:xfrm>
          <a:off x="0" y="0"/>
          <a:ext cx="0" cy="0"/>
          <a:chOff x="0" y="0"/>
          <a:chExt cx="0" cy="0"/>
        </a:xfrm>
      </p:grpSpPr>
      <p:sp>
        <p:nvSpPr>
          <p:cNvPr id="4" name="Picture Placeholder 3" descr="Place imagery here">
            <a:extLst>
              <a:ext uri="{FF2B5EF4-FFF2-40B4-BE49-F238E27FC236}">
                <a16:creationId xmlns:a16="http://schemas.microsoft.com/office/drawing/2014/main" id="{F6679120-DB81-97FD-CD5A-00DC1F5E6658}"/>
              </a:ext>
            </a:extLst>
          </p:cNvPr>
          <p:cNvSpPr>
            <a:spLocks noGrp="1"/>
          </p:cNvSpPr>
          <p:nvPr>
            <p:ph type="pic" sz="quarter" idx="11" hasCustomPrompt="1"/>
          </p:nvPr>
        </p:nvSpPr>
        <p:spPr>
          <a:xfrm>
            <a:off x="0" y="0"/>
            <a:ext cx="12192000" cy="6858000"/>
          </a:xfrm>
          <a:solidFill>
            <a:srgbClr val="E0E0E0"/>
          </a:solidFill>
        </p:spPr>
        <p:txBody>
          <a:bodyPr anchor="ctr"/>
          <a:lstStyle>
            <a:lvl1pPr algn="ctr">
              <a:defRPr>
                <a:solidFill>
                  <a:schemeClr val="accent5"/>
                </a:solidFill>
              </a:defRPr>
            </a:lvl1pPr>
          </a:lstStyle>
          <a:p>
            <a:r>
              <a:rPr lang="en-US"/>
              <a:t>Place imagery here</a:t>
            </a:r>
          </a:p>
        </p:txBody>
      </p:sp>
      <p:sp>
        <p:nvSpPr>
          <p:cNvPr id="2" name="Slide Number">
            <a:extLst>
              <a:ext uri="{FF2B5EF4-FFF2-40B4-BE49-F238E27FC236}">
                <a16:creationId xmlns:a16="http://schemas.microsoft.com/office/drawing/2014/main" id="{8A69D316-0792-83BD-3912-71CDE3BB681F}"/>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4113898554"/>
      </p:ext>
    </p:extLst>
  </p:cSld>
  <p:clrMapOvr>
    <a:masterClrMapping/>
  </p:clrMapOvr>
  <p:transition spd="med"/>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Video or imagery, inset">
    <p:bg>
      <p:bgPr>
        <a:solidFill>
          <a:schemeClr val="bg1"/>
        </a:solidFill>
        <a:effectLst/>
      </p:bgPr>
    </p:bg>
    <p:spTree>
      <p:nvGrpSpPr>
        <p:cNvPr id="1" name=""/>
        <p:cNvGrpSpPr/>
        <p:nvPr/>
      </p:nvGrpSpPr>
      <p:grpSpPr>
        <a:xfrm>
          <a:off x="0" y="0"/>
          <a:ext cx="0" cy="0"/>
          <a:chOff x="0" y="0"/>
          <a:chExt cx="0" cy="0"/>
        </a:xfrm>
      </p:grpSpPr>
      <p:sp>
        <p:nvSpPr>
          <p:cNvPr id="4" name="Picture Placeholder 3" descr="Place imagery here">
            <a:extLst>
              <a:ext uri="{FF2B5EF4-FFF2-40B4-BE49-F238E27FC236}">
                <a16:creationId xmlns:a16="http://schemas.microsoft.com/office/drawing/2014/main" id="{34239CCE-9A38-90E1-F860-FF40FBDA2409}"/>
              </a:ext>
            </a:extLst>
          </p:cNvPr>
          <p:cNvSpPr>
            <a:spLocks noGrp="1"/>
          </p:cNvSpPr>
          <p:nvPr>
            <p:ph type="pic" sz="quarter" idx="11" hasCustomPrompt="1"/>
          </p:nvPr>
        </p:nvSpPr>
        <p:spPr>
          <a:xfrm>
            <a:off x="288887" y="285750"/>
            <a:ext cx="11611845" cy="6289675"/>
          </a:xfrm>
          <a:solidFill>
            <a:srgbClr val="E0E0E0"/>
          </a:solidFill>
        </p:spPr>
        <p:txBody>
          <a:bodyPr anchor="ctr"/>
          <a:lstStyle>
            <a:lvl1pPr algn="ctr">
              <a:defRPr>
                <a:solidFill>
                  <a:schemeClr val="accent5"/>
                </a:solidFill>
              </a:defRPr>
            </a:lvl1pPr>
          </a:lstStyle>
          <a:p>
            <a:r>
              <a:rPr lang="en-US"/>
              <a:t>Place imagery here</a:t>
            </a:r>
          </a:p>
        </p:txBody>
      </p:sp>
    </p:spTree>
    <p:extLst>
      <p:ext uri="{BB962C8B-B14F-4D97-AF65-F5344CB8AC3E}">
        <p14:creationId xmlns:p14="http://schemas.microsoft.com/office/powerpoint/2010/main" val="1033577978"/>
      </p:ext>
    </p:extLst>
  </p:cSld>
  <p:clrMapOvr>
    <a:masterClrMapping/>
  </p:clrMapOvr>
  <p:transition spd="med"/>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tacts, profiles, contributors">
    <p:bg>
      <p:bgPr>
        <a:solidFill>
          <a:schemeClr val="bg1"/>
        </a:solidFill>
        <a:effectLst/>
      </p:bgPr>
    </p:bg>
    <p:spTree>
      <p:nvGrpSpPr>
        <p:cNvPr id="1" name=""/>
        <p:cNvGrpSpPr/>
        <p:nvPr/>
      </p:nvGrpSpPr>
      <p:grpSpPr>
        <a:xfrm>
          <a:off x="0" y="0"/>
          <a:ext cx="0" cy="0"/>
          <a:chOff x="0" y="0"/>
          <a:chExt cx="0" cy="0"/>
        </a:xfrm>
      </p:grpSpPr>
      <p:sp>
        <p:nvSpPr>
          <p:cNvPr id="7" name="Picture Placeholder 7" descr="Place bio portrait here">
            <a:extLst>
              <a:ext uri="{FF2B5EF4-FFF2-40B4-BE49-F238E27FC236}">
                <a16:creationId xmlns:a16="http://schemas.microsoft.com/office/drawing/2014/main" id="{0B1677E6-5066-100D-29D6-CCAD04C21BCE}"/>
              </a:ext>
            </a:extLst>
          </p:cNvPr>
          <p:cNvSpPr>
            <a:spLocks noGrp="1"/>
          </p:cNvSpPr>
          <p:nvPr>
            <p:ph type="pic" sz="quarter" idx="28" hasCustomPrompt="1"/>
          </p:nvPr>
        </p:nvSpPr>
        <p:spPr>
          <a:xfrm>
            <a:off x="287962" y="1522412"/>
            <a:ext cx="1231041" cy="1238250"/>
          </a:xfrm>
          <a:solidFill>
            <a:srgbClr val="E0E0E0"/>
          </a:solidFill>
        </p:spPr>
        <p:txBody>
          <a:bodyPr anchor="ctr"/>
          <a:lstStyle>
            <a:lvl1pPr algn="ctr">
              <a:defRPr>
                <a:solidFill>
                  <a:schemeClr val="accent5"/>
                </a:solidFill>
              </a:defRPr>
            </a:lvl1pPr>
          </a:lstStyle>
          <a:p>
            <a:r>
              <a:rPr lang="en-US"/>
              <a:t>Place imagery here</a:t>
            </a:r>
          </a:p>
        </p:txBody>
      </p:sp>
      <p:sp>
        <p:nvSpPr>
          <p:cNvPr id="13" name="Picture Placeholder 7" descr="Place bio portrait here">
            <a:extLst>
              <a:ext uri="{FF2B5EF4-FFF2-40B4-BE49-F238E27FC236}">
                <a16:creationId xmlns:a16="http://schemas.microsoft.com/office/drawing/2014/main" id="{3DCE12BA-53E1-8B67-A029-029F1E6F9163}"/>
              </a:ext>
            </a:extLst>
          </p:cNvPr>
          <p:cNvSpPr>
            <a:spLocks noGrp="1"/>
          </p:cNvSpPr>
          <p:nvPr>
            <p:ph type="pic" sz="quarter" idx="30" hasCustomPrompt="1"/>
          </p:nvPr>
        </p:nvSpPr>
        <p:spPr>
          <a:xfrm>
            <a:off x="287962" y="3048000"/>
            <a:ext cx="1231041" cy="1238250"/>
          </a:xfrm>
          <a:solidFill>
            <a:srgbClr val="E0E0E0"/>
          </a:solidFill>
        </p:spPr>
        <p:txBody>
          <a:bodyPr anchor="ctr"/>
          <a:lstStyle>
            <a:lvl1pPr marL="0" marR="0" indent="0" algn="ctr" defTabSz="1218956"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1218956" rtl="0" eaLnBrk="1" fontAlgn="auto" latinLnBrk="0" hangingPunct="1">
              <a:lnSpc>
                <a:spcPct val="110000"/>
              </a:lnSpc>
              <a:spcBef>
                <a:spcPts val="0"/>
              </a:spcBef>
              <a:spcAft>
                <a:spcPts val="0"/>
              </a:spcAft>
              <a:buClrTx/>
              <a:buSzTx/>
              <a:buFontTx/>
              <a:buNone/>
              <a:tabLst/>
              <a:defRPr/>
            </a:pPr>
            <a:r>
              <a:rPr lang="en-US"/>
              <a:t>Place imagery here</a:t>
            </a:r>
          </a:p>
        </p:txBody>
      </p:sp>
      <p:sp>
        <p:nvSpPr>
          <p:cNvPr id="15" name="Picture Placeholder 7" descr="Place bio portrait here">
            <a:extLst>
              <a:ext uri="{FF2B5EF4-FFF2-40B4-BE49-F238E27FC236}">
                <a16:creationId xmlns:a16="http://schemas.microsoft.com/office/drawing/2014/main" id="{05E149CA-A25F-74EE-93DF-1A877CDE924F}"/>
              </a:ext>
            </a:extLst>
          </p:cNvPr>
          <p:cNvSpPr>
            <a:spLocks noGrp="1"/>
          </p:cNvSpPr>
          <p:nvPr>
            <p:ph type="pic" sz="quarter" idx="32" hasCustomPrompt="1"/>
          </p:nvPr>
        </p:nvSpPr>
        <p:spPr>
          <a:xfrm>
            <a:off x="287962" y="4570413"/>
            <a:ext cx="1231041" cy="1238250"/>
          </a:xfrm>
          <a:solidFill>
            <a:srgbClr val="E0E0E0"/>
          </a:solidFill>
        </p:spPr>
        <p:txBody>
          <a:bodyPr anchor="ctr"/>
          <a:lstStyle>
            <a:lvl1pPr marL="0" marR="0" indent="0" algn="ctr" defTabSz="1218956"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1218956"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5" name="Picture Placeholder 7" descr="Place bio portrait here">
            <a:extLst>
              <a:ext uri="{FF2B5EF4-FFF2-40B4-BE49-F238E27FC236}">
                <a16:creationId xmlns:a16="http://schemas.microsoft.com/office/drawing/2014/main" id="{AAC7C1AD-0F8C-4D02-0112-981444AFE98D}"/>
              </a:ext>
            </a:extLst>
          </p:cNvPr>
          <p:cNvSpPr>
            <a:spLocks noGrp="1"/>
          </p:cNvSpPr>
          <p:nvPr>
            <p:ph type="pic" sz="quarter" idx="34" hasCustomPrompt="1"/>
          </p:nvPr>
        </p:nvSpPr>
        <p:spPr>
          <a:xfrm>
            <a:off x="6389168" y="1522412"/>
            <a:ext cx="1229708" cy="1238250"/>
          </a:xfrm>
          <a:solidFill>
            <a:srgbClr val="E0E0E0"/>
          </a:solidFill>
        </p:spPr>
        <p:txBody>
          <a:bodyPr anchor="ctr"/>
          <a:lstStyle>
            <a:lvl1pPr marL="0" marR="0" indent="0" algn="ctr" defTabSz="1218956"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1218956"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7" name="Picture Placeholder 7" descr="Place bio portrait here">
            <a:extLst>
              <a:ext uri="{FF2B5EF4-FFF2-40B4-BE49-F238E27FC236}">
                <a16:creationId xmlns:a16="http://schemas.microsoft.com/office/drawing/2014/main" id="{22271FFB-E2D1-459B-4089-A291A1110AE8}"/>
              </a:ext>
            </a:extLst>
          </p:cNvPr>
          <p:cNvSpPr>
            <a:spLocks noGrp="1"/>
          </p:cNvSpPr>
          <p:nvPr>
            <p:ph type="pic" sz="quarter" idx="36" hasCustomPrompt="1"/>
          </p:nvPr>
        </p:nvSpPr>
        <p:spPr>
          <a:xfrm>
            <a:off x="6389168" y="3048000"/>
            <a:ext cx="1229708" cy="1238250"/>
          </a:xfrm>
          <a:solidFill>
            <a:srgbClr val="E0E0E0"/>
          </a:solidFill>
        </p:spPr>
        <p:txBody>
          <a:bodyPr anchor="ctr"/>
          <a:lstStyle>
            <a:lvl1pPr marL="0" marR="0" indent="0" algn="ctr" defTabSz="1218956"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1218956"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9" name="Picture Placeholder 7" descr="Place bio portrait here">
            <a:extLst>
              <a:ext uri="{FF2B5EF4-FFF2-40B4-BE49-F238E27FC236}">
                <a16:creationId xmlns:a16="http://schemas.microsoft.com/office/drawing/2014/main" id="{F3C99020-5BF1-8A8C-BDCB-42766A5B9BE5}"/>
              </a:ext>
            </a:extLst>
          </p:cNvPr>
          <p:cNvSpPr>
            <a:spLocks noGrp="1"/>
          </p:cNvSpPr>
          <p:nvPr>
            <p:ph type="pic" sz="quarter" idx="38" hasCustomPrompt="1"/>
          </p:nvPr>
        </p:nvSpPr>
        <p:spPr>
          <a:xfrm>
            <a:off x="6389168" y="4570413"/>
            <a:ext cx="1229708" cy="1238250"/>
          </a:xfrm>
          <a:solidFill>
            <a:srgbClr val="E0E0E0"/>
          </a:solidFill>
        </p:spPr>
        <p:txBody>
          <a:bodyPr anchor="ctr"/>
          <a:lstStyle>
            <a:lvl1pPr marL="0" marR="0" indent="0" algn="ctr" defTabSz="1218956"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1218956"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63" y="288036"/>
            <a:ext cx="2474590" cy="762794"/>
          </a:xfrm>
        </p:spPr>
        <p:txBody>
          <a:bodyPr/>
          <a:lstStyle>
            <a:lvl1pPr>
              <a:lnSpc>
                <a:spcPct val="110000"/>
              </a:lnSpc>
              <a:defRPr sz="1400">
                <a:solidFill>
                  <a:schemeClr val="tx2"/>
                </a:solidFill>
              </a:defRPr>
            </a:lvl1pPr>
          </a:lstStyle>
          <a:p>
            <a:r>
              <a:rPr lang="en-US"/>
              <a:t>Click to edit Master title style</a:t>
            </a:r>
          </a:p>
        </p:txBody>
      </p:sp>
      <p:sp>
        <p:nvSpPr>
          <p:cNvPr id="18" name="Text Placeholder 9">
            <a:extLst>
              <a:ext uri="{FF2B5EF4-FFF2-40B4-BE49-F238E27FC236}">
                <a16:creationId xmlns:a16="http://schemas.microsoft.com/office/drawing/2014/main" id="{31D025A0-5106-DFB0-90B1-8B366B78913F}"/>
              </a:ext>
            </a:extLst>
          </p:cNvPr>
          <p:cNvSpPr>
            <a:spLocks noGrp="1"/>
          </p:cNvSpPr>
          <p:nvPr>
            <p:ph type="body" sz="quarter" idx="21"/>
          </p:nvPr>
        </p:nvSpPr>
        <p:spPr>
          <a:xfrm>
            <a:off x="1714277" y="1522412"/>
            <a:ext cx="2853953" cy="1238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126F49A0-96BE-0B44-B1C8-17D765B10B3E}"/>
              </a:ext>
            </a:extLst>
          </p:cNvPr>
          <p:cNvSpPr>
            <a:spLocks noGrp="1"/>
          </p:cNvSpPr>
          <p:nvPr>
            <p:ph type="body" sz="quarter" idx="12"/>
          </p:nvPr>
        </p:nvSpPr>
        <p:spPr>
          <a:xfrm>
            <a:off x="1714277" y="3048000"/>
            <a:ext cx="2853953" cy="1238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9">
            <a:extLst>
              <a:ext uri="{FF2B5EF4-FFF2-40B4-BE49-F238E27FC236}">
                <a16:creationId xmlns:a16="http://schemas.microsoft.com/office/drawing/2014/main" id="{D4772377-8015-4C99-7ED3-E4475C524D2A}"/>
              </a:ext>
            </a:extLst>
          </p:cNvPr>
          <p:cNvSpPr>
            <a:spLocks noGrp="1"/>
          </p:cNvSpPr>
          <p:nvPr>
            <p:ph type="body" sz="quarter" idx="14"/>
          </p:nvPr>
        </p:nvSpPr>
        <p:spPr>
          <a:xfrm>
            <a:off x="1714277" y="4570413"/>
            <a:ext cx="2853953" cy="1238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4" name="Text Placeholder 9">
            <a:extLst>
              <a:ext uri="{FF2B5EF4-FFF2-40B4-BE49-F238E27FC236}">
                <a16:creationId xmlns:a16="http://schemas.microsoft.com/office/drawing/2014/main" id="{3E3566C7-C728-77B2-2A34-BBB83D482F56}"/>
              </a:ext>
            </a:extLst>
          </p:cNvPr>
          <p:cNvSpPr>
            <a:spLocks noGrp="1"/>
          </p:cNvSpPr>
          <p:nvPr>
            <p:ph type="body" sz="quarter" idx="27"/>
          </p:nvPr>
        </p:nvSpPr>
        <p:spPr>
          <a:xfrm>
            <a:off x="7807896" y="1522412"/>
            <a:ext cx="2853953" cy="1238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Text Placeholder 9">
            <a:extLst>
              <a:ext uri="{FF2B5EF4-FFF2-40B4-BE49-F238E27FC236}">
                <a16:creationId xmlns:a16="http://schemas.microsoft.com/office/drawing/2014/main" id="{A52D1EA1-405F-7875-BAB9-B258776E1460}"/>
              </a:ext>
            </a:extLst>
          </p:cNvPr>
          <p:cNvSpPr>
            <a:spLocks noGrp="1"/>
          </p:cNvSpPr>
          <p:nvPr>
            <p:ph type="body" sz="quarter" idx="23"/>
          </p:nvPr>
        </p:nvSpPr>
        <p:spPr>
          <a:xfrm>
            <a:off x="7807896" y="3048000"/>
            <a:ext cx="2853953" cy="1238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2" name="Text Placeholder 9">
            <a:extLst>
              <a:ext uri="{FF2B5EF4-FFF2-40B4-BE49-F238E27FC236}">
                <a16:creationId xmlns:a16="http://schemas.microsoft.com/office/drawing/2014/main" id="{73849969-24A3-113A-C58E-4A4B0FB29BAD}"/>
              </a:ext>
            </a:extLst>
          </p:cNvPr>
          <p:cNvSpPr>
            <a:spLocks noGrp="1"/>
          </p:cNvSpPr>
          <p:nvPr>
            <p:ph type="body" sz="quarter" idx="25"/>
          </p:nvPr>
        </p:nvSpPr>
        <p:spPr>
          <a:xfrm>
            <a:off x="7807896" y="4570413"/>
            <a:ext cx="2853953" cy="1238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7D4D4C25-96EE-FF6D-B301-962CD7A63666}"/>
              </a:ext>
            </a:extLst>
          </p:cNvPr>
          <p:cNvSpPr>
            <a:spLocks noGrp="1"/>
          </p:cNvSpPr>
          <p:nvPr>
            <p:ph type="ftr" sz="quarter" idx="18"/>
          </p:nvPr>
        </p:nvSpPr>
        <p:spPr>
          <a:xfrm>
            <a:off x="287963" y="6408000"/>
            <a:ext cx="2477765" cy="190500"/>
          </a:xfrm>
        </p:spPr>
        <p:txBody>
          <a:bodyPr/>
          <a:lstStyle/>
          <a:p>
            <a:endParaRPr lang="en-US"/>
          </a:p>
        </p:txBody>
      </p:sp>
      <p:sp>
        <p:nvSpPr>
          <p:cNvPr id="6" name="Slide Number">
            <a:extLst>
              <a:ext uri="{FF2B5EF4-FFF2-40B4-BE49-F238E27FC236}">
                <a16:creationId xmlns:a16="http://schemas.microsoft.com/office/drawing/2014/main" id="{DA0E5B0D-36A0-4281-7D57-C2CC4453113C}"/>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723768530"/>
      </p:ext>
    </p:extLst>
  </p:cSld>
  <p:clrMapOvr>
    <a:masterClrMapping/>
  </p:clrMapOvr>
  <p:transition spd="med"/>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63" y="288037"/>
            <a:ext cx="2474590" cy="1997964"/>
          </a:xfrm>
        </p:spPr>
        <p:txBody>
          <a:bodyPr/>
          <a:lstStyle>
            <a:lvl1pPr>
              <a:lnSpc>
                <a:spcPct val="110000"/>
              </a:lnSpc>
              <a:defRPr sz="1400">
                <a:solidFill>
                  <a:schemeClr val="tx2"/>
                </a:solidFill>
              </a:defRPr>
            </a:lvl1pPr>
          </a:lstStyle>
          <a:p>
            <a:r>
              <a:rPr lang="en-US"/>
              <a:t>Click to edit Master title style</a:t>
            </a:r>
          </a:p>
        </p:txBody>
      </p:sp>
      <p:sp>
        <p:nvSpPr>
          <p:cNvPr id="5" name="Table Placeholder 4">
            <a:extLst>
              <a:ext uri="{FF2B5EF4-FFF2-40B4-BE49-F238E27FC236}">
                <a16:creationId xmlns:a16="http://schemas.microsoft.com/office/drawing/2014/main" id="{B3D8D357-75A1-F4FD-F531-380CF7DE4340}"/>
              </a:ext>
            </a:extLst>
          </p:cNvPr>
          <p:cNvSpPr>
            <a:spLocks noGrp="1"/>
          </p:cNvSpPr>
          <p:nvPr>
            <p:ph type="tbl" sz="quarter" idx="11"/>
          </p:nvPr>
        </p:nvSpPr>
        <p:spPr>
          <a:xfrm>
            <a:off x="3333316" y="288000"/>
            <a:ext cx="8571384" cy="5811838"/>
          </a:xfrm>
        </p:spPr>
        <p:txBody>
          <a:bodyPr anchor="ctr"/>
          <a:lstStyle>
            <a:lvl1pPr algn="ctr">
              <a:defRPr>
                <a:solidFill>
                  <a:schemeClr val="tx1"/>
                </a:solidFill>
              </a:defRPr>
            </a:lvl1pPr>
          </a:lstStyle>
          <a:p>
            <a:r>
              <a:rPr lang="en-US"/>
              <a:t>Click icon to add table</a:t>
            </a:r>
          </a:p>
        </p:txBody>
      </p:sp>
      <p:sp>
        <p:nvSpPr>
          <p:cNvPr id="3" name="Footer Placeholder 3">
            <a:extLst>
              <a:ext uri="{FF2B5EF4-FFF2-40B4-BE49-F238E27FC236}">
                <a16:creationId xmlns:a16="http://schemas.microsoft.com/office/drawing/2014/main" id="{3694FFFD-5196-625E-C3FC-9AB6BB13FC34}"/>
              </a:ext>
            </a:extLst>
          </p:cNvPr>
          <p:cNvSpPr>
            <a:spLocks noGrp="1"/>
          </p:cNvSpPr>
          <p:nvPr>
            <p:ph type="ftr" sz="quarter" idx="18"/>
          </p:nvPr>
        </p:nvSpPr>
        <p:spPr>
          <a:xfrm>
            <a:off x="287963" y="6408000"/>
            <a:ext cx="2477765" cy="190500"/>
          </a:xfrm>
        </p:spPr>
        <p:txBody>
          <a:bodyPr/>
          <a:lstStyle/>
          <a:p>
            <a:endParaRPr lang="en-US"/>
          </a:p>
        </p:txBody>
      </p:sp>
      <p:sp>
        <p:nvSpPr>
          <p:cNvPr id="7" name="Slide Number">
            <a:extLst>
              <a:ext uri="{FF2B5EF4-FFF2-40B4-BE49-F238E27FC236}">
                <a16:creationId xmlns:a16="http://schemas.microsoft.com/office/drawing/2014/main" id="{DD2D25A8-2AEC-F554-8D58-47C112486D41}"/>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77461301"/>
      </p:ext>
    </p:extLst>
  </p:cSld>
  <p:clrMapOvr>
    <a:masterClrMapping/>
  </p:clrMapOvr>
  <p:transition spd="med"/>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har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63" y="288036"/>
            <a:ext cx="2474590" cy="763525"/>
          </a:xfrm>
        </p:spPr>
        <p:txBody>
          <a:bodyPr/>
          <a:lstStyle>
            <a:lvl1pPr>
              <a:lnSpc>
                <a:spcPct val="110000"/>
              </a:lnSpc>
              <a:defRPr sz="1400">
                <a:solidFill>
                  <a:schemeClr val="tx2"/>
                </a:solidFill>
              </a:defRPr>
            </a:lvl1pPr>
          </a:lstStyle>
          <a:p>
            <a:r>
              <a:rPr lang="en-US"/>
              <a:t>Click to edit Master title style</a:t>
            </a:r>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10" name="Text Placeholder 9">
            <a:extLst>
              <a:ext uri="{FF2B5EF4-FFF2-40B4-BE49-F238E27FC236}">
                <a16:creationId xmlns:a16="http://schemas.microsoft.com/office/drawing/2014/main" id="{BDFFC916-9B64-A7DC-672D-A4AFA1AE968C}"/>
              </a:ext>
            </a:extLst>
          </p:cNvPr>
          <p:cNvSpPr>
            <a:spLocks noGrp="1"/>
          </p:cNvSpPr>
          <p:nvPr>
            <p:ph type="body" sz="quarter" idx="13" hasCustomPrompt="1"/>
          </p:nvPr>
        </p:nvSpPr>
        <p:spPr>
          <a:xfrm>
            <a:off x="3333316" y="6391244"/>
            <a:ext cx="2761890" cy="212725"/>
          </a:xfrm>
        </p:spPr>
        <p:txBody>
          <a:bodyPr anchor="b" anchorCtr="0"/>
          <a:lstStyle>
            <a:lvl1pPr>
              <a:defRPr sz="800">
                <a:latin typeface="IBM Plex Sans" panose="020B0503050203000203" pitchFamily="34" charset="0"/>
              </a:defRPr>
            </a:lvl1pPr>
            <a:lvl2pPr>
              <a:defRPr sz="800"/>
            </a:lvl2pPr>
            <a:lvl3pPr>
              <a:defRPr sz="800"/>
            </a:lvl3pPr>
            <a:lvl4pPr>
              <a:defRPr sz="800"/>
            </a:lvl4pPr>
            <a:lvl5pPr>
              <a:defRPr sz="800"/>
            </a:lvl5pPr>
          </a:lstStyle>
          <a:p>
            <a:pPr lvl="0"/>
            <a:r>
              <a:rPr lang="en-US"/>
              <a:t>Source</a:t>
            </a:r>
          </a:p>
        </p:txBody>
      </p:sp>
      <p:sp>
        <p:nvSpPr>
          <p:cNvPr id="13" name="Text Placeholder 12">
            <a:extLst>
              <a:ext uri="{FF2B5EF4-FFF2-40B4-BE49-F238E27FC236}">
                <a16:creationId xmlns:a16="http://schemas.microsoft.com/office/drawing/2014/main" id="{81A85749-B0F2-6B16-9E7E-1C979593E9E7}"/>
              </a:ext>
            </a:extLst>
          </p:cNvPr>
          <p:cNvSpPr>
            <a:spLocks noGrp="1"/>
          </p:cNvSpPr>
          <p:nvPr>
            <p:ph type="body" sz="quarter" idx="14" hasCustomPrompt="1"/>
          </p:nvPr>
        </p:nvSpPr>
        <p:spPr>
          <a:xfrm>
            <a:off x="287963" y="1522413"/>
            <a:ext cx="2471416" cy="4575175"/>
          </a:xfrm>
        </p:spPr>
        <p:txBody>
          <a:bodyPr/>
          <a:lstStyle>
            <a:lvl1pPr>
              <a:defRPr sz="1400">
                <a:latin typeface="+mj-lt"/>
              </a:defRPr>
            </a:lvl1pPr>
            <a:lvl2pPr>
              <a:defRPr sz="1400">
                <a:latin typeface="+mj-lt"/>
              </a:defRPr>
            </a:lvl2pPr>
            <a:lvl3pPr>
              <a:defRPr sz="1400">
                <a:latin typeface="+mj-lt"/>
              </a:defRPr>
            </a:lvl3pPr>
            <a:lvl4pPr>
              <a:defRPr sz="1400">
                <a:latin typeface="+mj-lt"/>
              </a:defRPr>
            </a:lvl4pPr>
            <a:lvl5pPr>
              <a:defRPr sz="1400">
                <a:latin typeface="+mj-lt"/>
              </a:defRPr>
            </a:lvl5pPr>
          </a:lstStyle>
          <a:p>
            <a:pPr>
              <a:lnSpc>
                <a:spcPct val="110000"/>
              </a:lnSpc>
            </a:pPr>
            <a:r>
              <a:rPr lang="en-US" sz="1400">
                <a:latin typeface="IBM Plex Sans Light" panose="020B0403050203000203" pitchFamily="34" charset="0"/>
              </a:rPr>
              <a:t>Lorem ipsum dolor sit </a:t>
            </a:r>
            <a:r>
              <a:rPr lang="en-US" sz="1400" err="1">
                <a:latin typeface="IBM Plex Sans Light" panose="020B0403050203000203" pitchFamily="34" charset="0"/>
              </a:rPr>
              <a:t>amet</a:t>
            </a:r>
            <a:r>
              <a:rPr lang="en-US" sz="1400">
                <a:latin typeface="IBM Plex Sans Light" panose="020B0403050203000203" pitchFamily="34" charset="0"/>
              </a:rPr>
              <a:t> </a:t>
            </a:r>
            <a:r>
              <a:rPr lang="en-US" sz="1400" err="1">
                <a:latin typeface="IBM Plex Sans Light" panose="020B0403050203000203" pitchFamily="34" charset="0"/>
              </a:rPr>
              <a:t>donec</a:t>
            </a:r>
            <a:r>
              <a:rPr lang="en-US" sz="1400">
                <a:latin typeface="IBM Plex Sans Light" panose="020B0403050203000203" pitchFamily="34" charset="0"/>
              </a:rPr>
              <a:t> </a:t>
            </a:r>
            <a:r>
              <a:rPr lang="en-US" sz="1400" err="1">
                <a:latin typeface="IBM Plex Sans Light" panose="020B0403050203000203" pitchFamily="34" charset="0"/>
              </a:rPr>
              <a:t>quam</a:t>
            </a:r>
            <a:r>
              <a:rPr lang="en-US" sz="1400">
                <a:latin typeface="IBM Plex Sans Light" panose="020B0403050203000203" pitchFamily="34" charset="0"/>
              </a:rPr>
              <a:t> </a:t>
            </a:r>
            <a:r>
              <a:rPr lang="en-US" sz="1400" err="1">
                <a:latin typeface="IBM Plex Sans Light" panose="020B0403050203000203" pitchFamily="34" charset="0"/>
              </a:rPr>
              <a:t>felis</a:t>
            </a:r>
            <a:r>
              <a:rPr lang="en-US" sz="1400">
                <a:latin typeface="IBM Plex Sans Light" panose="020B0403050203000203" pitchFamily="34" charset="0"/>
              </a:rPr>
              <a:t> </a:t>
            </a:r>
            <a:r>
              <a:rPr lang="en-US" sz="1400" err="1">
                <a:latin typeface="IBM Plex Sans Light" panose="020B0403050203000203" pitchFamily="34" charset="0"/>
              </a:rPr>
              <a:t>ultricies</a:t>
            </a:r>
            <a:r>
              <a:rPr lang="en-US" sz="1400">
                <a:latin typeface="IBM Plex Sans Light" panose="020B0403050203000203" pitchFamily="34" charset="0"/>
              </a:rPr>
              <a:t> </a:t>
            </a:r>
            <a:r>
              <a:rPr lang="en-US" sz="1400" err="1">
                <a:latin typeface="IBM Plex Sans Light" panose="020B0403050203000203" pitchFamily="34" charset="0"/>
              </a:rPr>
              <a:t>nec</a:t>
            </a:r>
            <a:r>
              <a:rPr lang="en-US" sz="1400">
                <a:latin typeface="IBM Plex Sans Light" panose="020B0403050203000203" pitchFamily="34" charset="0"/>
              </a:rPr>
              <a:t> </a:t>
            </a:r>
            <a:r>
              <a:rPr lang="en-US" sz="1400" err="1">
                <a:latin typeface="IBM Plex Sans Light" panose="020B0403050203000203" pitchFamily="34" charset="0"/>
              </a:rPr>
              <a:t>pellentesque</a:t>
            </a:r>
            <a:r>
              <a:rPr lang="en-US" sz="1400">
                <a:latin typeface="IBM Plex Sans Light" panose="020B0403050203000203" pitchFamily="34" charset="0"/>
              </a:rPr>
              <a:t> </a:t>
            </a:r>
            <a:r>
              <a:rPr lang="en-US" sz="1400" err="1">
                <a:latin typeface="IBM Plex Sans Light" panose="020B0403050203000203" pitchFamily="34" charset="0"/>
              </a:rPr>
              <a:t>eu</a:t>
            </a:r>
            <a:r>
              <a:rPr lang="en-US" sz="1400">
                <a:latin typeface="IBM Plex Sans Light" panose="020B0403050203000203" pitchFamily="34" charset="0"/>
              </a:rPr>
              <a:t> </a:t>
            </a:r>
            <a:r>
              <a:rPr lang="en-US" sz="1400" err="1">
                <a:latin typeface="IBM Plex Sans Light" panose="020B0403050203000203" pitchFamily="34" charset="0"/>
              </a:rPr>
              <a:t>pretium</a:t>
            </a:r>
            <a:r>
              <a:rPr lang="en-US" sz="1400">
                <a:latin typeface="IBM Plex Sans Light" panose="020B0403050203000203" pitchFamily="34" charset="0"/>
              </a:rPr>
              <a:t> </a:t>
            </a:r>
            <a:r>
              <a:rPr lang="en-US" sz="1400" err="1">
                <a:latin typeface="IBM Plex Sans Light" panose="020B0403050203000203" pitchFamily="34" charset="0"/>
              </a:rPr>
              <a:t>quis</a:t>
            </a:r>
            <a:r>
              <a:rPr lang="en-US" sz="1400">
                <a:latin typeface="IBM Plex Sans Light" panose="020B0403050203000203" pitchFamily="34" charset="0"/>
              </a:rPr>
              <a:t> sem. </a:t>
            </a:r>
            <a:r>
              <a:rPr lang="en-US" sz="1400" err="1">
                <a:latin typeface="IBM Plex Sans Light" panose="020B0403050203000203" pitchFamily="34" charset="0"/>
              </a:rPr>
              <a:t>Nulla</a:t>
            </a:r>
            <a:r>
              <a:rPr lang="en-US" sz="1400">
                <a:latin typeface="IBM Plex Sans Light" panose="020B0403050203000203" pitchFamily="34" charset="0"/>
              </a:rPr>
              <a:t> </a:t>
            </a:r>
            <a:r>
              <a:rPr lang="en-US" sz="1400" err="1">
                <a:latin typeface="IBM Plex Sans Light" panose="020B0403050203000203" pitchFamily="34" charset="0"/>
              </a:rPr>
              <a:t>conset</a:t>
            </a:r>
            <a:r>
              <a:rPr lang="en-US" sz="1400">
                <a:latin typeface="IBM Plex Sans Light" panose="020B0403050203000203" pitchFamily="34" charset="0"/>
              </a:rPr>
              <a:t> </a:t>
            </a:r>
            <a:r>
              <a:rPr lang="en-US" sz="1400" err="1">
                <a:latin typeface="IBM Plex Sans Light" panose="020B0403050203000203" pitchFamily="34" charset="0"/>
              </a:rPr>
              <a:t>massa</a:t>
            </a:r>
            <a:r>
              <a:rPr lang="en-US" sz="1400">
                <a:latin typeface="IBM Plex Sans Light" panose="020B0403050203000203" pitchFamily="34" charset="0"/>
              </a:rPr>
              <a:t> </a:t>
            </a:r>
            <a:r>
              <a:rPr lang="en-US" sz="1400" err="1">
                <a:latin typeface="IBM Plex Sans Light" panose="020B0403050203000203" pitchFamily="34" charset="0"/>
              </a:rPr>
              <a:t>quis</a:t>
            </a:r>
            <a:r>
              <a:rPr lang="en-US" sz="1400">
                <a:latin typeface="IBM Plex Sans Light" panose="020B0403050203000203" pitchFamily="34" charset="0"/>
              </a:rPr>
              <a:t> </a:t>
            </a:r>
            <a:r>
              <a:rPr lang="en-US" sz="1400" err="1">
                <a:latin typeface="IBM Plex Sans Light" panose="020B0403050203000203" pitchFamily="34" charset="0"/>
              </a:rPr>
              <a:t>enim</a:t>
            </a:r>
            <a:r>
              <a:rPr lang="en-US" sz="1400">
                <a:latin typeface="IBM Plex Sans Light" panose="020B0403050203000203" pitchFamily="34" charset="0"/>
              </a:rPr>
              <a:t>.</a:t>
            </a:r>
          </a:p>
        </p:txBody>
      </p:sp>
      <p:sp>
        <p:nvSpPr>
          <p:cNvPr id="4" name="Footer Placeholder 3">
            <a:extLst>
              <a:ext uri="{FF2B5EF4-FFF2-40B4-BE49-F238E27FC236}">
                <a16:creationId xmlns:a16="http://schemas.microsoft.com/office/drawing/2014/main" id="{E71CF978-95F1-0188-4FBB-81AAB884C2C1}"/>
              </a:ext>
            </a:extLst>
          </p:cNvPr>
          <p:cNvSpPr>
            <a:spLocks noGrp="1"/>
          </p:cNvSpPr>
          <p:nvPr>
            <p:ph type="ftr" sz="quarter" idx="18"/>
          </p:nvPr>
        </p:nvSpPr>
        <p:spPr>
          <a:xfrm>
            <a:off x="287963" y="6408000"/>
            <a:ext cx="2477765" cy="190500"/>
          </a:xfrm>
        </p:spPr>
        <p:txBody>
          <a:bodyPr/>
          <a:lstStyle/>
          <a:p>
            <a:endParaRPr lang="en-US"/>
          </a:p>
        </p:txBody>
      </p:sp>
    </p:spTree>
    <p:extLst>
      <p:ext uri="{BB962C8B-B14F-4D97-AF65-F5344CB8AC3E}">
        <p14:creationId xmlns:p14="http://schemas.microsoft.com/office/powerpoint/2010/main" val="2876538329"/>
      </p:ext>
    </p:extLst>
  </p:cSld>
  <p:clrMapOvr>
    <a:masterClrMapping/>
  </p:clrMapOvr>
  <p:transition spd="med"/>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Legal disclaimer, one column">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287963" y="192024"/>
            <a:ext cx="2477765" cy="1429544"/>
          </a:xfrm>
        </p:spPr>
        <p:txBody>
          <a:bodyPr/>
          <a:lstStyle>
            <a:lvl1pPr>
              <a:lnSpc>
                <a:spcPct val="100000"/>
              </a:lnSpc>
              <a:spcBef>
                <a:spcPts val="0"/>
              </a:spcBef>
              <a:defRPr sz="3399">
                <a:solidFill>
                  <a:schemeClr val="tx2"/>
                </a:solidFill>
              </a:defRPr>
            </a:lvl1pPr>
            <a:lvl2pPr>
              <a:lnSpc>
                <a:spcPct val="100000"/>
              </a:lnSpc>
              <a:spcBef>
                <a:spcPts val="0"/>
              </a:spcBef>
              <a:defRPr sz="3199">
                <a:solidFill>
                  <a:schemeClr val="tx1"/>
                </a:solidFill>
              </a:defRPr>
            </a:lvl2pPr>
            <a:lvl3pPr>
              <a:lnSpc>
                <a:spcPct val="100000"/>
              </a:lnSpc>
              <a:spcBef>
                <a:spcPts val="0"/>
              </a:spcBef>
              <a:defRPr sz="3199">
                <a:solidFill>
                  <a:schemeClr val="tx1"/>
                </a:solidFill>
              </a:defRPr>
            </a:lvl3pPr>
            <a:lvl4pPr>
              <a:lnSpc>
                <a:spcPct val="100000"/>
              </a:lnSpc>
              <a:spcBef>
                <a:spcPts val="0"/>
              </a:spcBef>
              <a:defRPr sz="3199">
                <a:solidFill>
                  <a:schemeClr val="tx1"/>
                </a:solidFill>
              </a:defRPr>
            </a:lvl4pPr>
            <a:lvl5pPr>
              <a:lnSpc>
                <a:spcPct val="100000"/>
              </a:lnSpc>
              <a:spcBef>
                <a:spcPts val="0"/>
              </a:spcBef>
              <a:defRPr sz="3199">
                <a:solidFill>
                  <a:schemeClr val="tx1"/>
                </a:solidFill>
              </a:defRPr>
            </a:lvl5pPr>
          </a:lstStyle>
          <a:p>
            <a:pPr lvl="0"/>
            <a:r>
              <a:rPr lang="en-US"/>
              <a:t>Click to edit Master text styles</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9430109" y="288000"/>
            <a:ext cx="2476178" cy="5812631"/>
          </a:xfrm>
        </p:spPr>
        <p:txBody>
          <a:bodyPr/>
          <a:lstStyle>
            <a:lvl1pPr>
              <a:lnSpc>
                <a:spcPct val="120000"/>
              </a:lnSpc>
              <a:spcBef>
                <a:spcPts val="0"/>
              </a:spcBef>
              <a:defRPr sz="800" b="0" i="0">
                <a:solidFill>
                  <a:schemeClr val="tx1"/>
                </a:solidFill>
                <a:latin typeface="IBM Plex Sans" panose="020B0503050203000203" pitchFamily="34" charset="0"/>
              </a:defRPr>
            </a:lvl1pPr>
            <a:lvl2pPr marL="73137" indent="-73137">
              <a:lnSpc>
                <a:spcPct val="120000"/>
              </a:lnSpc>
              <a:spcBef>
                <a:spcPts val="0"/>
              </a:spcBef>
              <a:defRPr sz="800" b="0" i="0">
                <a:solidFill>
                  <a:schemeClr val="tx1"/>
                </a:solidFill>
                <a:latin typeface="IBM Plex Sans" panose="020B0503050203000203" pitchFamily="34" charset="0"/>
              </a:defRPr>
            </a:lvl2pPr>
            <a:lvl3pPr marL="146275" indent="-73137">
              <a:lnSpc>
                <a:spcPct val="120000"/>
              </a:lnSpc>
              <a:spcBef>
                <a:spcPts val="0"/>
              </a:spcBef>
              <a:defRPr sz="800" b="0" i="0">
                <a:solidFill>
                  <a:schemeClr val="tx1"/>
                </a:solidFill>
                <a:latin typeface="IBM Plex Sans" panose="020B0503050203000203" pitchFamily="34" charset="0"/>
              </a:defRPr>
            </a:lvl3pPr>
            <a:lvl4pPr marL="219412" indent="-73137">
              <a:lnSpc>
                <a:spcPct val="120000"/>
              </a:lnSpc>
              <a:spcBef>
                <a:spcPts val="0"/>
              </a:spcBef>
              <a:defRPr sz="800" b="0" i="0">
                <a:solidFill>
                  <a:schemeClr val="tx1"/>
                </a:solidFill>
                <a:latin typeface="IBM Plex Sans" panose="020B0503050203000203" pitchFamily="34" charset="0"/>
              </a:defRPr>
            </a:lvl4pPr>
            <a:lvl5pPr>
              <a:lnSpc>
                <a:spcPct val="120000"/>
              </a:lnSpc>
              <a:spcBef>
                <a:spcPts val="0"/>
              </a:spcBef>
              <a:defRPr sz="800" b="0" i="0">
                <a:solidFill>
                  <a:schemeClr val="tx1"/>
                </a:solidFill>
                <a:latin typeface="IBM Plex Sans" panose="020B0503050203000203" pitchFamily="34" charset="0"/>
              </a:defRPr>
            </a:lvl5pPr>
          </a:lstStyle>
          <a:p>
            <a:r>
              <a:rPr lang="en-US"/>
              <a:t>Copy and paste appropriate legal disclaimer text from one of the three options in the PDF guidance deck, found on pages 22-24. Always use the proper legal disclaimer for your presentation audience.</a:t>
            </a:r>
          </a:p>
        </p:txBody>
      </p:sp>
      <p:sp>
        <p:nvSpPr>
          <p:cNvPr id="2" name="Footer Placeholder 1">
            <a:extLst>
              <a:ext uri="{FF2B5EF4-FFF2-40B4-BE49-F238E27FC236}">
                <a16:creationId xmlns:a16="http://schemas.microsoft.com/office/drawing/2014/main" id="{04A6E1A4-1881-81E9-2BBE-BC4DBFE11A0E}"/>
              </a:ext>
            </a:extLst>
          </p:cNvPr>
          <p:cNvSpPr>
            <a:spLocks noGrp="1"/>
          </p:cNvSpPr>
          <p:nvPr>
            <p:ph type="ftr" sz="quarter" idx="16"/>
          </p:nvPr>
        </p:nvSpPr>
        <p:spPr>
          <a:xfrm>
            <a:off x="287963" y="6408000"/>
            <a:ext cx="2477765" cy="190500"/>
          </a:xfrm>
        </p:spPr>
        <p:txBody>
          <a:bodyPr/>
          <a:lstStyle/>
          <a:p>
            <a:endParaRPr lang="en-US"/>
          </a:p>
        </p:txBody>
      </p:sp>
      <p:sp>
        <p:nvSpPr>
          <p:cNvPr id="3" name="Slide Number">
            <a:extLst>
              <a:ext uri="{FF2B5EF4-FFF2-40B4-BE49-F238E27FC236}">
                <a16:creationId xmlns:a16="http://schemas.microsoft.com/office/drawing/2014/main" id="{0C628C1A-F2DD-6011-5846-A9A3A6D3BD72}"/>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4120178650"/>
      </p:ext>
    </p:extLst>
  </p:cSld>
  <p:clrMapOvr>
    <a:masterClrMapping/>
  </p:clrMapOvr>
  <p:transition spd="med"/>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Legal disclaimer, two columns">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287963" y="192024"/>
            <a:ext cx="2477765" cy="1429544"/>
          </a:xfrm>
        </p:spPr>
        <p:txBody>
          <a:bodyPr/>
          <a:lstStyle>
            <a:lvl1pPr>
              <a:lnSpc>
                <a:spcPct val="100000"/>
              </a:lnSpc>
              <a:spcBef>
                <a:spcPts val="0"/>
              </a:spcBef>
              <a:defRPr sz="3399">
                <a:solidFill>
                  <a:schemeClr val="tx2"/>
                </a:solidFill>
              </a:defRPr>
            </a:lvl1pPr>
            <a:lvl2pPr>
              <a:lnSpc>
                <a:spcPct val="100000"/>
              </a:lnSpc>
              <a:spcBef>
                <a:spcPts val="0"/>
              </a:spcBef>
              <a:defRPr sz="3199">
                <a:solidFill>
                  <a:schemeClr val="tx1"/>
                </a:solidFill>
              </a:defRPr>
            </a:lvl2pPr>
            <a:lvl3pPr>
              <a:lnSpc>
                <a:spcPct val="100000"/>
              </a:lnSpc>
              <a:spcBef>
                <a:spcPts val="0"/>
              </a:spcBef>
              <a:defRPr sz="3199">
                <a:solidFill>
                  <a:schemeClr val="tx1"/>
                </a:solidFill>
              </a:defRPr>
            </a:lvl3pPr>
            <a:lvl4pPr>
              <a:lnSpc>
                <a:spcPct val="100000"/>
              </a:lnSpc>
              <a:spcBef>
                <a:spcPts val="0"/>
              </a:spcBef>
              <a:defRPr sz="3199">
                <a:solidFill>
                  <a:schemeClr val="tx1"/>
                </a:solidFill>
              </a:defRPr>
            </a:lvl4pPr>
            <a:lvl5pPr>
              <a:lnSpc>
                <a:spcPct val="100000"/>
              </a:lnSpc>
              <a:spcBef>
                <a:spcPts val="0"/>
              </a:spcBef>
              <a:defRPr sz="3199">
                <a:solidFill>
                  <a:schemeClr val="tx1"/>
                </a:solidFill>
              </a:defRPr>
            </a:lvl5pPr>
          </a:lstStyle>
          <a:p>
            <a:pPr lvl="0"/>
            <a:r>
              <a:rPr lang="en-US"/>
              <a:t>Click to edit Master text styles</a:t>
            </a:r>
          </a:p>
        </p:txBody>
      </p:sp>
      <p:sp>
        <p:nvSpPr>
          <p:cNvPr id="6" name="Text Placeholder 6">
            <a:extLst>
              <a:ext uri="{FF2B5EF4-FFF2-40B4-BE49-F238E27FC236}">
                <a16:creationId xmlns:a16="http://schemas.microsoft.com/office/drawing/2014/main" id="{54E531DA-4051-706E-065B-21A03914153D}"/>
              </a:ext>
            </a:extLst>
          </p:cNvPr>
          <p:cNvSpPr>
            <a:spLocks noGrp="1"/>
          </p:cNvSpPr>
          <p:nvPr>
            <p:ph type="body" sz="quarter" idx="17" hasCustomPrompt="1"/>
          </p:nvPr>
        </p:nvSpPr>
        <p:spPr>
          <a:xfrm>
            <a:off x="6389168" y="288000"/>
            <a:ext cx="2476178" cy="5812631"/>
          </a:xfrm>
        </p:spPr>
        <p:txBody>
          <a:bodyPr/>
          <a:lstStyle>
            <a:lvl1pPr>
              <a:lnSpc>
                <a:spcPct val="120000"/>
              </a:lnSpc>
              <a:spcBef>
                <a:spcPts val="0"/>
              </a:spcBef>
              <a:defRPr sz="800" b="0" i="0">
                <a:solidFill>
                  <a:schemeClr val="tx1"/>
                </a:solidFill>
                <a:latin typeface="IBM Plex Sans" panose="020B0503050203000203" pitchFamily="34" charset="0"/>
              </a:defRPr>
            </a:lvl1pPr>
            <a:lvl2pPr marL="73137" indent="-73137">
              <a:lnSpc>
                <a:spcPct val="120000"/>
              </a:lnSpc>
              <a:spcBef>
                <a:spcPts val="0"/>
              </a:spcBef>
              <a:defRPr sz="800" b="0" i="0">
                <a:solidFill>
                  <a:schemeClr val="tx1"/>
                </a:solidFill>
                <a:latin typeface="IBM Plex Sans" panose="020B0503050203000203" pitchFamily="34" charset="0"/>
              </a:defRPr>
            </a:lvl2pPr>
            <a:lvl3pPr marL="146275" indent="-73137">
              <a:lnSpc>
                <a:spcPct val="120000"/>
              </a:lnSpc>
              <a:spcBef>
                <a:spcPts val="0"/>
              </a:spcBef>
              <a:defRPr sz="800" b="0" i="0">
                <a:solidFill>
                  <a:schemeClr val="tx1"/>
                </a:solidFill>
                <a:latin typeface="IBM Plex Sans" panose="020B0503050203000203" pitchFamily="34" charset="0"/>
              </a:defRPr>
            </a:lvl3pPr>
            <a:lvl4pPr marL="219412" indent="-73137">
              <a:lnSpc>
                <a:spcPct val="120000"/>
              </a:lnSpc>
              <a:spcBef>
                <a:spcPts val="0"/>
              </a:spcBef>
              <a:defRPr sz="800" b="0" i="0">
                <a:solidFill>
                  <a:schemeClr val="tx1"/>
                </a:solidFill>
                <a:latin typeface="IBM Plex Sans" panose="020B0503050203000203" pitchFamily="34" charset="0"/>
              </a:defRPr>
            </a:lvl4pPr>
            <a:lvl5pPr>
              <a:lnSpc>
                <a:spcPct val="120000"/>
              </a:lnSpc>
              <a:spcBef>
                <a:spcPts val="0"/>
              </a:spcBef>
              <a:defRPr sz="800" b="0" i="0">
                <a:solidFill>
                  <a:schemeClr val="tx1"/>
                </a:solidFill>
                <a:latin typeface="IBM Plex Sans" panose="020B0503050203000203" pitchFamily="34" charset="0"/>
              </a:defRPr>
            </a:lvl5pPr>
          </a:lstStyle>
          <a:p>
            <a:r>
              <a:rPr lang="en-US"/>
              <a:t>Copy and paste appropriate legal disclaimer text from one of the three options in the PDF guidance deck, found on pages 22-24. Always use the proper legal disclaimer for your presentation audience.</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9428522" y="288000"/>
            <a:ext cx="2476178" cy="5812631"/>
          </a:xfrm>
        </p:spPr>
        <p:txBody>
          <a:bodyPr/>
          <a:lstStyle>
            <a:lvl1pPr>
              <a:lnSpc>
                <a:spcPct val="120000"/>
              </a:lnSpc>
              <a:spcBef>
                <a:spcPts val="0"/>
              </a:spcBef>
              <a:defRPr sz="800" b="0" i="0">
                <a:solidFill>
                  <a:schemeClr val="tx1"/>
                </a:solidFill>
                <a:latin typeface="IBM Plex Sans" panose="020B0503050203000203" pitchFamily="34" charset="0"/>
              </a:defRPr>
            </a:lvl1pPr>
            <a:lvl2pPr marL="73137" indent="-73137">
              <a:lnSpc>
                <a:spcPct val="120000"/>
              </a:lnSpc>
              <a:spcBef>
                <a:spcPts val="0"/>
              </a:spcBef>
              <a:defRPr sz="800" b="0" i="0">
                <a:solidFill>
                  <a:schemeClr val="tx1"/>
                </a:solidFill>
                <a:latin typeface="IBM Plex Sans" panose="020B0503050203000203" pitchFamily="34" charset="0"/>
              </a:defRPr>
            </a:lvl2pPr>
            <a:lvl3pPr marL="146275" indent="-73137">
              <a:lnSpc>
                <a:spcPct val="120000"/>
              </a:lnSpc>
              <a:spcBef>
                <a:spcPts val="0"/>
              </a:spcBef>
              <a:defRPr sz="800" b="0" i="0">
                <a:solidFill>
                  <a:schemeClr val="tx1"/>
                </a:solidFill>
                <a:latin typeface="IBM Plex Sans" panose="020B0503050203000203" pitchFamily="34" charset="0"/>
              </a:defRPr>
            </a:lvl3pPr>
            <a:lvl4pPr marL="219412" indent="-73137">
              <a:lnSpc>
                <a:spcPct val="120000"/>
              </a:lnSpc>
              <a:spcBef>
                <a:spcPts val="0"/>
              </a:spcBef>
              <a:defRPr sz="800" b="0" i="0">
                <a:solidFill>
                  <a:schemeClr val="tx1"/>
                </a:solidFill>
                <a:latin typeface="IBM Plex Sans" panose="020B0503050203000203" pitchFamily="34" charset="0"/>
              </a:defRPr>
            </a:lvl4pPr>
            <a:lvl5pPr>
              <a:lnSpc>
                <a:spcPct val="120000"/>
              </a:lnSpc>
              <a:spcBef>
                <a:spcPts val="0"/>
              </a:spcBef>
              <a:defRPr sz="800" b="0" i="0">
                <a:solidFill>
                  <a:schemeClr val="tx1"/>
                </a:solidFill>
                <a:latin typeface="IBM Plex Sans" panose="020B0503050203000203" pitchFamily="34" charset="0"/>
              </a:defRPr>
            </a:lvl5pPr>
          </a:lstStyle>
          <a:p>
            <a:r>
              <a:rPr lang="en-US"/>
              <a:t>Copy and paste appropriate legal disclaimer text from one of the three options in the PDF guidance deck, found on pages 22-24. Always use the proper legal disclaimer for your presentation audience.</a:t>
            </a:r>
          </a:p>
        </p:txBody>
      </p:sp>
      <p:sp>
        <p:nvSpPr>
          <p:cNvPr id="3" name="Footer Placeholder 3">
            <a:extLst>
              <a:ext uri="{FF2B5EF4-FFF2-40B4-BE49-F238E27FC236}">
                <a16:creationId xmlns:a16="http://schemas.microsoft.com/office/drawing/2014/main" id="{F5CA4A6F-2777-D002-EE9E-92C246A4DA85}"/>
              </a:ext>
            </a:extLst>
          </p:cNvPr>
          <p:cNvSpPr>
            <a:spLocks noGrp="1"/>
          </p:cNvSpPr>
          <p:nvPr>
            <p:ph type="ftr" sz="quarter" idx="18"/>
          </p:nvPr>
        </p:nvSpPr>
        <p:spPr>
          <a:xfrm>
            <a:off x="287963" y="6408000"/>
            <a:ext cx="2477765" cy="190500"/>
          </a:xfrm>
        </p:spPr>
        <p:txBody>
          <a:bodyPr/>
          <a:lstStyle/>
          <a:p>
            <a:endParaRPr lang="en-US"/>
          </a:p>
        </p:txBody>
      </p:sp>
      <p:sp>
        <p:nvSpPr>
          <p:cNvPr id="8" name="Slide Number">
            <a:extLst>
              <a:ext uri="{FF2B5EF4-FFF2-40B4-BE49-F238E27FC236}">
                <a16:creationId xmlns:a16="http://schemas.microsoft.com/office/drawing/2014/main" id="{3FBFB86A-A7DC-B54C-4EEC-B69E1897903E}"/>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564413500"/>
      </p:ext>
    </p:extLst>
  </p:cSld>
  <p:clrMapOvr>
    <a:masterClrMapping/>
  </p:clrMapOvr>
  <p:transition spd="med"/>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Blank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63" y="288036"/>
            <a:ext cx="2474590" cy="1234377"/>
          </a:xfrm>
        </p:spPr>
        <p:txBody>
          <a:bodyPr/>
          <a:lstStyle>
            <a:lvl1pPr>
              <a:lnSpc>
                <a:spcPct val="110000"/>
              </a:lnSpc>
              <a:defRPr sz="1400">
                <a:solidFill>
                  <a:schemeClr val="tx2"/>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a:xfrm>
            <a:off x="287963" y="6408000"/>
            <a:ext cx="2477765" cy="190500"/>
          </a:xfrm>
        </p:spPr>
        <p:txBody>
          <a:bodyPr/>
          <a:lstStyle/>
          <a:p>
            <a:endParaRPr lang="en-US"/>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13571463"/>
      </p:ext>
    </p:extLst>
  </p:cSld>
  <p:clrMapOvr>
    <a:masterClrMapping/>
  </p:clrMapOvr>
  <p:transition spd="med"/>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Blank slide, no foot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63" y="288036"/>
            <a:ext cx="2474590" cy="1234377"/>
          </a:xfrm>
        </p:spPr>
        <p:txBody>
          <a:bodyPr/>
          <a:lstStyle>
            <a:lvl1pPr>
              <a:lnSpc>
                <a:spcPct val="110000"/>
              </a:lnSpc>
              <a:defRPr sz="1400">
                <a:solidFill>
                  <a:schemeClr val="tx2"/>
                </a:solidFill>
              </a:defRPr>
            </a:lvl1pPr>
          </a:lstStyle>
          <a:p>
            <a:r>
              <a:rPr lang="en-US"/>
              <a:t>Click to edit Master title style</a:t>
            </a:r>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937715569"/>
      </p:ext>
    </p:extLst>
  </p:cSld>
  <p:clrMapOvr>
    <a:masterClrMapping/>
  </p:clrMapOvr>
  <p:transition spd="med"/>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End slide">
    <p:bg>
      <p:bgPr>
        <a:solidFill>
          <a:schemeClr val="bg1"/>
        </a:solidFill>
        <a:effectLst/>
      </p:bgPr>
    </p:bg>
    <p:spTree>
      <p:nvGrpSpPr>
        <p:cNvPr id="1" name=""/>
        <p:cNvGrpSpPr/>
        <p:nvPr/>
      </p:nvGrpSpPr>
      <p:grpSpPr>
        <a:xfrm>
          <a:off x="0" y="0"/>
          <a:ext cx="0" cy="0"/>
          <a:chOff x="0" y="0"/>
          <a:chExt cx="0" cy="0"/>
        </a:xfrm>
      </p:grpSpPr>
      <p:pic>
        <p:nvPicPr>
          <p:cNvPr id="4" name="Picture 3" descr="IBM 8-bar logo">
            <a:extLst>
              <a:ext uri="{FF2B5EF4-FFF2-40B4-BE49-F238E27FC236}">
                <a16:creationId xmlns:a16="http://schemas.microsoft.com/office/drawing/2014/main" id="{F7060FE5-C047-4041-AB41-F553D2847ED5}"/>
              </a:ext>
            </a:extLst>
          </p:cNvPr>
          <p:cNvPicPr>
            <a:picLocks noChangeAspect="1"/>
          </p:cNvPicPr>
          <p:nvPr userDrawn="1"/>
        </p:nvPicPr>
        <p:blipFill>
          <a:blip r:embed="rId2"/>
          <a:stretch>
            <a:fillRect/>
          </a:stretch>
        </p:blipFill>
        <p:spPr>
          <a:xfrm>
            <a:off x="5232004" y="3084230"/>
            <a:ext cx="1727991" cy="689541"/>
          </a:xfrm>
          <a:prstGeom prst="rect">
            <a:avLst/>
          </a:prstGeom>
        </p:spPr>
      </p:pic>
    </p:spTree>
    <p:extLst>
      <p:ext uri="{BB962C8B-B14F-4D97-AF65-F5344CB8AC3E}">
        <p14:creationId xmlns:p14="http://schemas.microsoft.com/office/powerpoint/2010/main" val="928501413"/>
      </p:ext>
    </p:extLst>
  </p:cSld>
  <p:clrMapOvr>
    <a:masterClrMapping/>
  </p:clrMapOvr>
  <p:transition spd="med"/>
</p:sldLayout>
</file>

<file path=ppt/slideLayouts/slideLayout56.xml><?xml version="1.0" encoding="utf-8"?>
<p:sldLayout xmlns:a="http://schemas.openxmlformats.org/drawingml/2006/main" xmlns:r="http://schemas.openxmlformats.org/officeDocument/2006/relationships" xmlns:p="http://schemas.openxmlformats.org/presentationml/2006/main">
  <p:cSld name="IBM">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 y="0"/>
            <a:ext cx="12191695" cy="329184"/>
          </a:xfrm>
          <a:prstGeom prst="rect">
            <a:avLst/>
          </a:prstGeom>
          <a:solidFill>
            <a:srgbClr val="0F1F6B"/>
          </a:solidFill>
          <a:ln w="12700">
            <a:solidFill>
              <a:srgbClr val="0F1F6B"/>
            </a:solidFill>
            <a:prstDash val="solid"/>
          </a:ln>
        </p:spPr>
        <p:txBody>
          <a:bodyPr/>
          <a:lstStyle/>
          <a:p>
            <a:endParaRPr lang="en-US" sz="3599"/>
          </a:p>
        </p:txBody>
      </p:sp>
      <p:sp>
        <p:nvSpPr>
          <p:cNvPr id="25" name="Slide Number Placeholder 0"/>
          <p:cNvSpPr>
            <a:spLocks noGrp="1"/>
          </p:cNvSpPr>
          <p:nvPr>
            <p:ph type="sldNum" sz="quarter" idx="4294967295"/>
          </p:nvPr>
        </p:nvSpPr>
        <p:spPr>
          <a:xfrm>
            <a:off x="11631980" y="6442282"/>
            <a:ext cx="135436" cy="123111"/>
          </a:xfrm>
          <a:prstGeom prst="rect">
            <a:avLst/>
          </a:prstGeom>
          <a:extLst>
            <a:ext uri="{C572A759-6A51-4108-AA02-DFA0A04FC94B}">
              <ma14:wrappingTextBoxFlag xmlns="" xmlns:ma14="http://schemas.microsoft.com/office/mac/drawingml/2011/main" val="0"/>
            </a:ext>
          </a:extLst>
        </p:spPr>
        <p:txBody>
          <a:bodyPr/>
          <a:lstStyle>
            <a:lvl1pPr>
              <a:defRPr sz="800">
                <a:solidFill>
                  <a:srgbClr val="5B5B5B"/>
                </a:solidFill>
              </a:defRPr>
            </a:lvl1pPr>
          </a:lstStyle>
          <a:p>
            <a:pPr algn="l"/>
            <a:fld id="{F7021451-1387-4CA6-816F-3879F97B5CBC}" type="slidenum">
              <a:rPr lang="en-US" b="0"/>
              <a:t>‹#›</a:t>
            </a:fld>
            <a:endParaRPr lang="en-US"/>
          </a:p>
        </p:txBody>
      </p:sp>
    </p:spTree>
    <p:extLst>
      <p:ext uri="{BB962C8B-B14F-4D97-AF65-F5344CB8AC3E}">
        <p14:creationId xmlns:p14="http://schemas.microsoft.com/office/powerpoint/2010/main" val="204422080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0257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0.xml"/><Relationship Id="rId18" Type="http://schemas.openxmlformats.org/officeDocument/2006/relationships/slideLayout" Target="../slideLayouts/slideLayout25.xml"/><Relationship Id="rId26" Type="http://schemas.openxmlformats.org/officeDocument/2006/relationships/slideLayout" Target="../slideLayouts/slideLayout33.xml"/><Relationship Id="rId39" Type="http://schemas.openxmlformats.org/officeDocument/2006/relationships/slideLayout" Target="../slideLayouts/slideLayout46.xml"/><Relationship Id="rId21" Type="http://schemas.openxmlformats.org/officeDocument/2006/relationships/slideLayout" Target="../slideLayouts/slideLayout28.xml"/><Relationship Id="rId34" Type="http://schemas.openxmlformats.org/officeDocument/2006/relationships/slideLayout" Target="../slideLayouts/slideLayout41.xml"/><Relationship Id="rId42" Type="http://schemas.openxmlformats.org/officeDocument/2006/relationships/slideLayout" Target="../slideLayouts/slideLayout49.xml"/><Relationship Id="rId47" Type="http://schemas.openxmlformats.org/officeDocument/2006/relationships/slideLayout" Target="../slideLayouts/slideLayout54.xml"/><Relationship Id="rId50" Type="http://schemas.openxmlformats.org/officeDocument/2006/relationships/slideLayout" Target="../slideLayouts/slideLayout57.xml"/><Relationship Id="rId7" Type="http://schemas.openxmlformats.org/officeDocument/2006/relationships/slideLayout" Target="../slideLayouts/slideLayout14.xml"/><Relationship Id="rId2" Type="http://schemas.openxmlformats.org/officeDocument/2006/relationships/slideLayout" Target="../slideLayouts/slideLayout9.xml"/><Relationship Id="rId16" Type="http://schemas.openxmlformats.org/officeDocument/2006/relationships/slideLayout" Target="../slideLayouts/slideLayout23.xml"/><Relationship Id="rId29" Type="http://schemas.openxmlformats.org/officeDocument/2006/relationships/slideLayout" Target="../slideLayouts/slideLayout36.xml"/><Relationship Id="rId11" Type="http://schemas.openxmlformats.org/officeDocument/2006/relationships/slideLayout" Target="../slideLayouts/slideLayout18.xml"/><Relationship Id="rId24" Type="http://schemas.openxmlformats.org/officeDocument/2006/relationships/slideLayout" Target="../slideLayouts/slideLayout31.xml"/><Relationship Id="rId32" Type="http://schemas.openxmlformats.org/officeDocument/2006/relationships/slideLayout" Target="../slideLayouts/slideLayout39.xml"/><Relationship Id="rId37" Type="http://schemas.openxmlformats.org/officeDocument/2006/relationships/slideLayout" Target="../slideLayouts/slideLayout44.xml"/><Relationship Id="rId40" Type="http://schemas.openxmlformats.org/officeDocument/2006/relationships/slideLayout" Target="../slideLayouts/slideLayout47.xml"/><Relationship Id="rId45" Type="http://schemas.openxmlformats.org/officeDocument/2006/relationships/slideLayout" Target="../slideLayouts/slideLayout52.xml"/><Relationship Id="rId5" Type="http://schemas.openxmlformats.org/officeDocument/2006/relationships/slideLayout" Target="../slideLayouts/slideLayout12.xml"/><Relationship Id="rId15" Type="http://schemas.openxmlformats.org/officeDocument/2006/relationships/slideLayout" Target="../slideLayouts/slideLayout22.xml"/><Relationship Id="rId23" Type="http://schemas.openxmlformats.org/officeDocument/2006/relationships/slideLayout" Target="../slideLayouts/slideLayout30.xml"/><Relationship Id="rId28" Type="http://schemas.openxmlformats.org/officeDocument/2006/relationships/slideLayout" Target="../slideLayouts/slideLayout35.xml"/><Relationship Id="rId36" Type="http://schemas.openxmlformats.org/officeDocument/2006/relationships/slideLayout" Target="../slideLayouts/slideLayout43.xml"/><Relationship Id="rId49" Type="http://schemas.openxmlformats.org/officeDocument/2006/relationships/slideLayout" Target="../slideLayouts/slideLayout56.xml"/><Relationship Id="rId10" Type="http://schemas.openxmlformats.org/officeDocument/2006/relationships/slideLayout" Target="../slideLayouts/slideLayout17.xml"/><Relationship Id="rId19" Type="http://schemas.openxmlformats.org/officeDocument/2006/relationships/slideLayout" Target="../slideLayouts/slideLayout26.xml"/><Relationship Id="rId31" Type="http://schemas.openxmlformats.org/officeDocument/2006/relationships/slideLayout" Target="../slideLayouts/slideLayout38.xml"/><Relationship Id="rId44" Type="http://schemas.openxmlformats.org/officeDocument/2006/relationships/slideLayout" Target="../slideLayouts/slideLayout51.xml"/><Relationship Id="rId4" Type="http://schemas.openxmlformats.org/officeDocument/2006/relationships/slideLayout" Target="../slideLayouts/slideLayout11.xml"/><Relationship Id="rId9" Type="http://schemas.openxmlformats.org/officeDocument/2006/relationships/slideLayout" Target="../slideLayouts/slideLayout16.xml"/><Relationship Id="rId14" Type="http://schemas.openxmlformats.org/officeDocument/2006/relationships/slideLayout" Target="../slideLayouts/slideLayout21.xml"/><Relationship Id="rId22" Type="http://schemas.openxmlformats.org/officeDocument/2006/relationships/slideLayout" Target="../slideLayouts/slideLayout29.xml"/><Relationship Id="rId27" Type="http://schemas.openxmlformats.org/officeDocument/2006/relationships/slideLayout" Target="../slideLayouts/slideLayout34.xml"/><Relationship Id="rId30" Type="http://schemas.openxmlformats.org/officeDocument/2006/relationships/slideLayout" Target="../slideLayouts/slideLayout37.xml"/><Relationship Id="rId35" Type="http://schemas.openxmlformats.org/officeDocument/2006/relationships/slideLayout" Target="../slideLayouts/slideLayout42.xml"/><Relationship Id="rId43" Type="http://schemas.openxmlformats.org/officeDocument/2006/relationships/slideLayout" Target="../slideLayouts/slideLayout50.xml"/><Relationship Id="rId48" Type="http://schemas.openxmlformats.org/officeDocument/2006/relationships/slideLayout" Target="../slideLayouts/slideLayout55.xml"/><Relationship Id="rId8" Type="http://schemas.openxmlformats.org/officeDocument/2006/relationships/slideLayout" Target="../slideLayouts/slideLayout15.xml"/><Relationship Id="rId51" Type="http://schemas.openxmlformats.org/officeDocument/2006/relationships/theme" Target="../theme/theme2.xml"/><Relationship Id="rId3" Type="http://schemas.openxmlformats.org/officeDocument/2006/relationships/slideLayout" Target="../slideLayouts/slideLayout10.xml"/><Relationship Id="rId12" Type="http://schemas.openxmlformats.org/officeDocument/2006/relationships/slideLayout" Target="../slideLayouts/slideLayout19.xml"/><Relationship Id="rId17" Type="http://schemas.openxmlformats.org/officeDocument/2006/relationships/slideLayout" Target="../slideLayouts/slideLayout24.xml"/><Relationship Id="rId25" Type="http://schemas.openxmlformats.org/officeDocument/2006/relationships/slideLayout" Target="../slideLayouts/slideLayout32.xml"/><Relationship Id="rId33" Type="http://schemas.openxmlformats.org/officeDocument/2006/relationships/slideLayout" Target="../slideLayouts/slideLayout40.xml"/><Relationship Id="rId38" Type="http://schemas.openxmlformats.org/officeDocument/2006/relationships/slideLayout" Target="../slideLayouts/slideLayout45.xml"/><Relationship Id="rId46" Type="http://schemas.openxmlformats.org/officeDocument/2006/relationships/slideLayout" Target="../slideLayouts/slideLayout53.xml"/><Relationship Id="rId20" Type="http://schemas.openxmlformats.org/officeDocument/2006/relationships/slideLayout" Target="../slideLayouts/slideLayout27.xml"/><Relationship Id="rId41" Type="http://schemas.openxmlformats.org/officeDocument/2006/relationships/slideLayout" Target="../slideLayouts/slideLayout48.xml"/><Relationship Id="rId1" Type="http://schemas.openxmlformats.org/officeDocument/2006/relationships/slideLayout" Target="../slideLayouts/slideLayout8.xml"/><Relationship Id="rId6"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642250" y="6391641"/>
            <a:ext cx="356101" cy="326659"/>
          </a:xfrm>
          <a:prstGeom prst="rect">
            <a:avLst/>
          </a:prstGeom>
          <a:extLst>
            <a:ext uri="{C572A759-6A51-4108-AA02-DFA0A04FC94B}">
              <ma14:wrappingTextBoxFlag xmlns="" xmlns:ma14="http://schemas.microsoft.com/office/mac/drawingml/2011/main" val="0"/>
            </a:ext>
          </a:extLst>
        </p:spPr>
        <p:txBody>
          <a:bodyPr/>
          <a:lstStyle>
            <a:lvl1pPr>
              <a:defRPr sz="800">
                <a:solidFill>
                  <a:srgbClr val="5B5B5B"/>
                </a:solidFill>
              </a:defRPr>
            </a:lvl1pPr>
          </a:lstStyle>
          <a:p>
            <a:pPr algn="l"/>
            <a:fld id="{F7021451-1387-4CA6-816F-3879F97B5CBC}" type="slidenum">
              <a:rPr lang="en-US" b="0"/>
              <a:t>‹#›</a:t>
            </a:fld>
            <a:endParaRPr lang="en-US"/>
          </a:p>
        </p:txBody>
      </p:sp>
    </p:spTree>
    <p:extLst>
      <p:ext uri="{BB962C8B-B14F-4D97-AF65-F5344CB8AC3E}">
        <p14:creationId xmlns:p14="http://schemas.microsoft.com/office/powerpoint/2010/main" val="1303739237"/>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 name="Slide Number"/>
          <p:cNvSpPr txBox="1">
            <a:spLocks noGrp="1"/>
          </p:cNvSpPr>
          <p:nvPr>
            <p:ph type="sldNum" sz="quarter" idx="2"/>
          </p:nvPr>
        </p:nvSpPr>
        <p:spPr>
          <a:xfrm>
            <a:off x="11769264" y="6475857"/>
            <a:ext cx="135436" cy="123111"/>
          </a:xfrm>
          <a:prstGeom prst="rect">
            <a:avLst/>
          </a:prstGeom>
          <a:ln w="12700">
            <a:miter lim="400000"/>
          </a:ln>
        </p:spPr>
        <p:txBody>
          <a:bodyPr wrap="none" lIns="0" tIns="0" rIns="0" bIns="0" anchor="b" anchorCtr="0">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48" name="Title Text"/>
          <p:cNvSpPr txBox="1">
            <a:spLocks noGrp="1"/>
          </p:cNvSpPr>
          <p:nvPr>
            <p:ph type="title"/>
          </p:nvPr>
        </p:nvSpPr>
        <p:spPr>
          <a:xfrm>
            <a:off x="287999" y="288036"/>
            <a:ext cx="11293592" cy="1234377"/>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lstStyle/>
          <a:p>
            <a:r>
              <a:t>Title Text</a:t>
            </a:r>
          </a:p>
        </p:txBody>
      </p:sp>
      <p:sp>
        <p:nvSpPr>
          <p:cNvPr id="49" name="Body Level One…"/>
          <p:cNvSpPr txBox="1">
            <a:spLocks noGrp="1"/>
          </p:cNvSpPr>
          <p:nvPr>
            <p:ph type="body" idx="1"/>
          </p:nvPr>
        </p:nvSpPr>
        <p:spPr>
          <a:xfrm>
            <a:off x="287300" y="1663699"/>
            <a:ext cx="11293592" cy="443388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lstStyle/>
          <a:p>
            <a:r>
              <a:t>Body Level One</a:t>
            </a:r>
          </a:p>
          <a:p>
            <a:pPr lvl="1"/>
            <a:r>
              <a:t>Body Level Two</a:t>
            </a:r>
          </a:p>
          <a:p>
            <a:pPr lvl="2"/>
            <a:r>
              <a:t>Body Level Three</a:t>
            </a:r>
          </a:p>
          <a:p>
            <a:pPr lvl="3"/>
            <a:r>
              <a:t>Body Level Four</a:t>
            </a:r>
          </a:p>
        </p:txBody>
      </p:sp>
      <p:sp>
        <p:nvSpPr>
          <p:cNvPr id="2" name="Footer Placeholder 1">
            <a:extLst>
              <a:ext uri="{FF2B5EF4-FFF2-40B4-BE49-F238E27FC236}">
                <a16:creationId xmlns:a16="http://schemas.microsoft.com/office/drawing/2014/main" id="{59EB465A-FE7F-6B71-D716-1673174BBF59}"/>
              </a:ext>
            </a:extLst>
          </p:cNvPr>
          <p:cNvSpPr>
            <a:spLocks noGrp="1"/>
          </p:cNvSpPr>
          <p:nvPr>
            <p:ph type="ftr" sz="quarter" idx="3"/>
          </p:nvPr>
        </p:nvSpPr>
        <p:spPr>
          <a:xfrm>
            <a:off x="287963" y="6411643"/>
            <a:ext cx="2477765" cy="190500"/>
          </a:xfrm>
          <a:prstGeom prst="rect">
            <a:avLst/>
          </a:prstGeom>
        </p:spPr>
        <p:txBody>
          <a:bodyPr vert="horz" lIns="0" tIns="0" rIns="0" bIns="0" rtlCol="0" anchor="b"/>
          <a:lstStyle>
            <a:lvl1pPr algn="l">
              <a:defRPr sz="800" b="0" i="0">
                <a:solidFill>
                  <a:schemeClr val="tx1"/>
                </a:solidFill>
                <a:latin typeface="IBM Plex Sans" panose="020B0503050203000203" pitchFamily="34" charset="0"/>
              </a:defRPr>
            </a:lvl1pPr>
          </a:lstStyle>
          <a:p>
            <a:r>
              <a:rPr lang="en-US"/>
              <a:t>Footer text (optional)</a:t>
            </a:r>
          </a:p>
        </p:txBody>
      </p:sp>
    </p:spTree>
    <p:extLst>
      <p:ext uri="{BB962C8B-B14F-4D97-AF65-F5344CB8AC3E}">
        <p14:creationId xmlns:p14="http://schemas.microsoft.com/office/powerpoint/2010/main" val="657751357"/>
      </p:ext>
    </p:extLst>
  </p:cSld>
  <p:clrMap bg1="dk1" tx1="lt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 id="2147483704" r:id="rId46"/>
    <p:sldLayoutId id="2147483705" r:id="rId47"/>
    <p:sldLayoutId id="2147483706" r:id="rId48"/>
    <p:sldLayoutId id="2147483707" r:id="rId49"/>
    <p:sldLayoutId id="2147483708" r:id="rId50"/>
  </p:sldLayoutIdLst>
  <p:transition spd="med"/>
  <p:hf hdr="0" dt="0"/>
  <p:txStyles>
    <p:titleStyle>
      <a:lvl1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chemeClr val="tx2"/>
          </a:solidFill>
          <a:uFillTx/>
          <a:latin typeface="+mj-lt"/>
          <a:ea typeface="+mj-ea"/>
          <a:cs typeface="+mj-cs"/>
          <a:sym typeface="IBM Plex Sans Light"/>
        </a:defRPr>
      </a:lvl1pPr>
      <a:lvl2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2pPr>
      <a:lvl3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3pPr>
      <a:lvl4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4pPr>
      <a:lvl5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5pPr>
      <a:lvl6pPr marL="0" marR="0" indent="181248"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6pPr>
      <a:lvl7pPr marL="0" marR="0" indent="362497"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7pPr>
      <a:lvl8pPr marL="0" marR="0" indent="543744"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8pPr>
      <a:lvl9pPr marL="0" marR="0" indent="724993"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9pPr>
    </p:titleStyle>
    <p:bodyStyle>
      <a:lvl1pPr marL="0" marR="0" indent="0" algn="l" defTabSz="1218956" rtl="0" eaLnBrk="1" latinLnBrk="0" hangingPunct="1">
        <a:lnSpc>
          <a:spcPct val="110000"/>
        </a:lnSpc>
        <a:spcBef>
          <a:spcPts val="0"/>
        </a:spcBef>
        <a:spcAft>
          <a:spcPts val="0"/>
        </a:spcAft>
        <a:buClrTx/>
        <a:buSzTx/>
        <a:buFontTx/>
        <a:buNone/>
        <a:tabLst/>
        <a:defRPr sz="1800" b="0" i="0" u="none" strike="noStrike" cap="none" spc="0" baseline="0">
          <a:solidFill>
            <a:schemeClr val="tx1"/>
          </a:solidFill>
          <a:uFillTx/>
          <a:latin typeface="+mj-lt"/>
          <a:ea typeface="+mj-ea"/>
          <a:cs typeface="+mj-cs"/>
          <a:sym typeface="IBM Plex Sans Light"/>
        </a:defRPr>
      </a:lvl1pPr>
      <a:lvl2pPr marL="164559" marR="0" indent="-164559" algn="l" defTabSz="1218956" rtl="0" eaLnBrk="1" latinLnBrk="0" hangingPunct="1">
        <a:lnSpc>
          <a:spcPct val="110000"/>
        </a:lnSpc>
        <a:spcBef>
          <a:spcPts val="0"/>
        </a:spcBef>
        <a:spcAft>
          <a:spcPts val="0"/>
        </a:spcAft>
        <a:buClrTx/>
        <a:buSzPct val="100000"/>
        <a:buFontTx/>
        <a:buChar char="–"/>
        <a:tabLst/>
        <a:defRPr sz="1800" b="0" i="0" u="none" strike="noStrike" cap="none" spc="0" baseline="0">
          <a:solidFill>
            <a:schemeClr val="tx1"/>
          </a:solidFill>
          <a:uFillTx/>
          <a:latin typeface="+mj-lt"/>
          <a:ea typeface="+mj-ea"/>
          <a:cs typeface="+mj-cs"/>
          <a:sym typeface="IBM Plex Sans Light"/>
        </a:defRPr>
      </a:lvl2pPr>
      <a:lvl3pPr marL="329118" marR="0" indent="-164559" algn="l" defTabSz="1218956" rtl="0" eaLnBrk="1" latinLnBrk="0" hangingPunct="1">
        <a:lnSpc>
          <a:spcPct val="110000"/>
        </a:lnSpc>
        <a:spcBef>
          <a:spcPts val="0"/>
        </a:spcBef>
        <a:spcAft>
          <a:spcPts val="0"/>
        </a:spcAft>
        <a:buClrTx/>
        <a:buSzPct val="100000"/>
        <a:buFontTx/>
        <a:buChar char="•"/>
        <a:tabLst/>
        <a:defRPr sz="1800" b="0" i="0" u="none" strike="noStrike" cap="none" spc="0" baseline="0">
          <a:solidFill>
            <a:schemeClr val="tx1"/>
          </a:solidFill>
          <a:uFillTx/>
          <a:latin typeface="+mj-lt"/>
          <a:ea typeface="+mj-ea"/>
          <a:cs typeface="+mj-cs"/>
          <a:sym typeface="IBM Plex Sans Light"/>
        </a:defRPr>
      </a:lvl3pPr>
      <a:lvl4pPr marL="493677" marR="0" indent="-164559" algn="l" defTabSz="1218956" rtl="0" eaLnBrk="1" latinLnBrk="0" hangingPunct="1">
        <a:lnSpc>
          <a:spcPct val="110000"/>
        </a:lnSpc>
        <a:spcBef>
          <a:spcPts val="0"/>
        </a:spcBef>
        <a:spcAft>
          <a:spcPts val="0"/>
        </a:spcAft>
        <a:buClrTx/>
        <a:buSzPct val="100000"/>
        <a:buFontTx/>
        <a:buChar char="–"/>
        <a:tabLst/>
        <a:defRPr sz="1800" b="0" i="0" u="none" strike="noStrike" cap="none" spc="0" baseline="0">
          <a:solidFill>
            <a:schemeClr val="tx1"/>
          </a:solidFill>
          <a:uFillTx/>
          <a:latin typeface="+mj-lt"/>
          <a:ea typeface="+mj-ea"/>
          <a:cs typeface="+mj-cs"/>
          <a:sym typeface="IBM Plex Sans Light"/>
        </a:defRPr>
      </a:lvl4pPr>
      <a:lvl5pPr marL="571386" marR="0" indent="-228554" algn="l" defTabSz="1218956" rtl="0" eaLnBrk="1" latinLnBrk="0" hangingPunct="1">
        <a:lnSpc>
          <a:spcPct val="110000"/>
        </a:lnSpc>
        <a:spcBef>
          <a:spcPts val="1450"/>
        </a:spcBef>
        <a:spcAft>
          <a:spcPts val="0"/>
        </a:spcAft>
        <a:buClrTx/>
        <a:buSzPct val="100000"/>
        <a:buFont typeface="IBM Plex Sans" panose="020B0604020202020204" pitchFamily="34" charset="0"/>
        <a:buChar char="•"/>
        <a:tabLst/>
        <a:defRPr sz="1800" b="0" i="0" u="none" strike="noStrike" cap="none" spc="0" baseline="0">
          <a:solidFill>
            <a:srgbClr val="000000"/>
          </a:solidFill>
          <a:uFillTx/>
          <a:latin typeface="+mj-lt"/>
          <a:ea typeface="+mj-ea"/>
          <a:cs typeface="+mj-cs"/>
          <a:sym typeface="IBM Plex Sans Light"/>
        </a:defRPr>
      </a:lvl5pPr>
      <a:lvl6pPr marL="921346"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6pPr>
      <a:lvl7pPr marL="1102595"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7pPr>
      <a:lvl8pPr marL="1283843"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8pPr>
      <a:lvl9pPr marL="1465091"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9pPr>
    </p:bodyStyle>
    <p:otherStyle>
      <a:lvl1pPr marL="0" marR="0" indent="0"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1pPr>
      <a:lvl2pPr marL="0" marR="0" indent="171461"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2pPr>
      <a:lvl3pPr marL="0" marR="0" indent="342922"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3pPr>
      <a:lvl4pPr marL="0" marR="0" indent="514384"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4pPr>
      <a:lvl5pPr marL="0" marR="0" indent="685845"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5pPr>
      <a:lvl6pPr marL="0" marR="0" indent="857307"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6pPr>
      <a:lvl7pPr marL="0" marR="0" indent="1028768"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7pPr>
      <a:lvl8pPr marL="0" marR="0" indent="1200230"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8pPr>
      <a:lvl9pPr marL="0" marR="0" indent="1371691"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9pPr>
    </p:otherStyle>
  </p:txStyles>
  <p:extLst>
    <p:ext uri="{27BBF7A9-308A-43DC-89C8-2F10F3537804}">
      <p15:sldGuideLst xmlns:p15="http://schemas.microsoft.com/office/powerpoint/2012/main">
        <p15:guide id="3" pos="364">
          <p15:clr>
            <a:srgbClr val="EE5396"/>
          </p15:clr>
        </p15:guide>
        <p15:guide id="4" pos="3840">
          <p15:clr>
            <a:srgbClr val="0F62FE"/>
          </p15:clr>
        </p15:guide>
        <p15:guide id="5" pos="1916">
          <p15:clr>
            <a:srgbClr val="EE5396"/>
          </p15:clr>
        </p15:guide>
        <p15:guide id="6" pos="5756">
          <p15:clr>
            <a:srgbClr val="EE5396"/>
          </p15:clr>
        </p15:guide>
        <p15:guide id="7" pos="7319">
          <p15:clr>
            <a:srgbClr val="EE5396"/>
          </p15:clr>
        </p15:guide>
        <p15:guide id="8" pos="8040">
          <p15:clr>
            <a:srgbClr val="EE5396"/>
          </p15:clr>
        </p15:guide>
        <p15:guide id="9" pos="4200">
          <p15:clr>
            <a:srgbClr val="EE5396"/>
          </p15:clr>
        </p15:guide>
        <p15:guide id="10" pos="3480">
          <p15:clr>
            <a:srgbClr val="EE5396"/>
          </p15:clr>
        </p15:guide>
        <p15:guide id="11" pos="9594">
          <p15:clr>
            <a:srgbClr val="EE5396"/>
          </p15:clr>
        </p15:guide>
        <p15:guide id="13" pos="11160">
          <p15:clr>
            <a:srgbClr val="EE5396"/>
          </p15:clr>
        </p15:guide>
        <p15:guide id="14" pos="11880">
          <p15:clr>
            <a:srgbClr val="EE5396"/>
          </p15:clr>
        </p15:guide>
        <p15:guide id="15" pos="13440">
          <p15:clr>
            <a:srgbClr val="EE5396"/>
          </p15:clr>
        </p15:guide>
        <p15:guide id="16" pos="14995">
          <p15:clr>
            <a:srgbClr val="EE5396"/>
          </p15:clr>
        </p15:guide>
        <p15:guide id="19" orient="horz" pos="3840">
          <p15:clr>
            <a:srgbClr val="EE5396"/>
          </p15:clr>
        </p15:guide>
        <p15:guide id="20" orient="horz" pos="958">
          <p15:clr>
            <a:srgbClr val="EE5396"/>
          </p15:clr>
        </p15:guide>
        <p15:guide id="25" orient="horz" pos="7682">
          <p15:clr>
            <a:srgbClr val="EE5396"/>
          </p15:clr>
        </p15:guide>
        <p15:guide id="26" pos="7680">
          <p15:clr>
            <a:srgbClr val="0F62FE"/>
          </p15:clr>
        </p15:guide>
        <p15:guide id="27" pos="11520">
          <p15:clr>
            <a:srgbClr val="0F62FE"/>
          </p15:clr>
        </p15:guide>
        <p15:guide id="30" orient="horz" pos="1918">
          <p15:clr>
            <a:srgbClr val="EE5396"/>
          </p15:clr>
        </p15:guide>
        <p15:guide id="32" orient="horz" pos="6720">
          <p15:clr>
            <a:srgbClr val="EE5396"/>
          </p15:clr>
        </p15:guide>
        <p15:guide id="33" orient="horz" pos="2880">
          <p15:clr>
            <a:srgbClr val="EE5396"/>
          </p15:clr>
        </p15:guide>
        <p15:guide id="34" orient="horz" pos="4800">
          <p15:clr>
            <a:srgbClr val="EE5396"/>
          </p15:clr>
        </p15:guide>
        <p15:guide id="35" orient="horz" pos="5758">
          <p15:clr>
            <a:srgbClr val="EE5396"/>
          </p15:clr>
        </p15:guide>
        <p15:guide id="36" orient="horz" pos="8284">
          <p15:clr>
            <a:srgbClr val="9FCC3B"/>
          </p15:clr>
        </p15:guide>
        <p15:guide id="37" orient="horz" pos="360">
          <p15:clr>
            <a:srgbClr val="9FCC3B"/>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https://forms.office.com/r/pVK8kMJ0ki" TargetMode="External"/><Relationship Id="rId2" Type="http://schemas.openxmlformats.org/officeDocument/2006/relationships/notesSlide" Target="../notesSlides/notesSlide1.xml"/><Relationship Id="rId1" Type="http://schemas.openxmlformats.org/officeDocument/2006/relationships/slideLayout" Target="../slideLayouts/slideLayout56.xml"/><Relationship Id="rId4" Type="http://schemas.openxmlformats.org/officeDocument/2006/relationships/hyperlink" Target="https://forms.office.com/Pages/DesignPageV2.aspx?subpage=design&amp;id=V3D2_MlQ1EqY8__KZK3Z6V9D7Zh-29VPshHcp5w_g45URUU3QjgwMkswRzdSSUpCVUE3VElHR1ZTNS4u"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769C7E-92CD-0B23-403B-21584573AA03}"/>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78DFDFF8-8A8B-2725-0448-73154A780AE3}"/>
              </a:ext>
            </a:extLst>
          </p:cNvPr>
          <p:cNvSpPr/>
          <p:nvPr/>
        </p:nvSpPr>
        <p:spPr>
          <a:xfrm>
            <a:off x="457200" y="557784"/>
            <a:ext cx="6217920" cy="256032"/>
          </a:xfrm>
          <a:prstGeom prst="rect">
            <a:avLst/>
          </a:prstGeom>
          <a:noFill/>
          <a:ln/>
        </p:spPr>
        <p:txBody>
          <a:bodyPr wrap="square" lIns="0" tIns="0" rIns="0" bIns="0" rtlCol="0" anchor="ctr">
            <a:normAutofit/>
          </a:bodyPr>
          <a:lstStyle/>
          <a:p>
            <a:pPr marL="0" indent="0">
              <a:buNone/>
            </a:pPr>
            <a:r>
              <a:rPr lang="en-US" sz="1150">
                <a:solidFill>
                  <a:srgbClr val="525252"/>
                </a:solidFill>
                <a:latin typeface="IBM Plex Sans" panose="020B0503050203000203" pitchFamily="34" charset="0"/>
                <a:ea typeface="IBM Plex Sans" pitchFamily="34" charset="-122"/>
                <a:cs typeface="IBM Plex Sans" pitchFamily="34" charset="-120"/>
              </a:rPr>
              <a:t>What we are testing and why it matters</a:t>
            </a:r>
            <a:endParaRPr lang="en-US" sz="1150">
              <a:latin typeface="IBM Plex Sans" panose="020B0503050203000203" pitchFamily="34" charset="0"/>
            </a:endParaRPr>
          </a:p>
        </p:txBody>
      </p:sp>
      <p:sp>
        <p:nvSpPr>
          <p:cNvPr id="5" name="Text 2">
            <a:extLst>
              <a:ext uri="{FF2B5EF4-FFF2-40B4-BE49-F238E27FC236}">
                <a16:creationId xmlns:a16="http://schemas.microsoft.com/office/drawing/2014/main" id="{12A60E91-D6EA-3703-3296-BFC23A876EFA}"/>
              </a:ext>
            </a:extLst>
          </p:cNvPr>
          <p:cNvSpPr/>
          <p:nvPr/>
        </p:nvSpPr>
        <p:spPr>
          <a:xfrm>
            <a:off x="10652760" y="411480"/>
            <a:ext cx="914400" cy="219456"/>
          </a:xfrm>
          <a:prstGeom prst="rect">
            <a:avLst/>
          </a:prstGeom>
          <a:noFill/>
          <a:ln/>
        </p:spPr>
        <p:txBody>
          <a:bodyPr wrap="square" lIns="0" tIns="0" rIns="0" bIns="0" rtlCol="0" anchor="ctr"/>
          <a:lstStyle/>
          <a:p>
            <a:pPr marL="0" indent="0" algn="r">
              <a:buNone/>
            </a:pPr>
            <a:r>
              <a:rPr lang="en-US" sz="950">
                <a:solidFill>
                  <a:srgbClr val="525252"/>
                </a:solidFill>
                <a:latin typeface="IBM Plex Sans" panose="020B0503050203000203" pitchFamily="34" charset="0"/>
                <a:ea typeface="IBM Plex Sans" pitchFamily="34" charset="-122"/>
                <a:cs typeface="IBM Plex Sans" pitchFamily="34" charset="-120"/>
              </a:rPr>
              <a:t>IBM Internal</a:t>
            </a:r>
            <a:endParaRPr lang="en-US" sz="950">
              <a:latin typeface="IBM Plex Sans" panose="020B0503050203000203" pitchFamily="34" charset="0"/>
            </a:endParaRPr>
          </a:p>
        </p:txBody>
      </p:sp>
      <p:sp>
        <p:nvSpPr>
          <p:cNvPr id="6" name="Shape 3">
            <a:extLst>
              <a:ext uri="{FF2B5EF4-FFF2-40B4-BE49-F238E27FC236}">
                <a16:creationId xmlns:a16="http://schemas.microsoft.com/office/drawing/2014/main" id="{D24272FC-6516-67F6-A36F-231496E7D8A9}"/>
              </a:ext>
            </a:extLst>
          </p:cNvPr>
          <p:cNvSpPr/>
          <p:nvPr/>
        </p:nvSpPr>
        <p:spPr>
          <a:xfrm>
            <a:off x="457200" y="1170432"/>
            <a:ext cx="11201400" cy="27432"/>
          </a:xfrm>
          <a:prstGeom prst="rect">
            <a:avLst/>
          </a:prstGeom>
          <a:solidFill>
            <a:srgbClr val="0F62FE"/>
          </a:solidFill>
          <a:ln w="12700">
            <a:solidFill>
              <a:srgbClr val="0F62FE">
                <a:alpha val="0"/>
              </a:srgbClr>
            </a:solidFill>
            <a:prstDash val="solid"/>
          </a:ln>
        </p:spPr>
        <p:txBody>
          <a:bodyPr/>
          <a:lstStyle/>
          <a:p>
            <a:endParaRPr lang="en-US">
              <a:latin typeface="IBM Plex Sans" panose="020B0503050203000203" pitchFamily="34" charset="0"/>
            </a:endParaRPr>
          </a:p>
        </p:txBody>
      </p:sp>
      <p:sp>
        <p:nvSpPr>
          <p:cNvPr id="8" name="Text 4">
            <a:extLst>
              <a:ext uri="{FF2B5EF4-FFF2-40B4-BE49-F238E27FC236}">
                <a16:creationId xmlns:a16="http://schemas.microsoft.com/office/drawing/2014/main" id="{5CB6AA2A-9EA6-F196-9AC0-23F1BD36C069}"/>
              </a:ext>
            </a:extLst>
          </p:cNvPr>
          <p:cNvSpPr/>
          <p:nvPr/>
        </p:nvSpPr>
        <p:spPr>
          <a:xfrm>
            <a:off x="555498" y="1883664"/>
            <a:ext cx="2880360" cy="2148840"/>
          </a:xfrm>
          <a:prstGeom prst="rect">
            <a:avLst/>
          </a:prstGeom>
          <a:noFill/>
          <a:ln/>
        </p:spPr>
        <p:txBody>
          <a:bodyPr wrap="square" lIns="0" tIns="0" rIns="0" bIns="0" rtlCol="0" anchor="ctr">
            <a:normAutofit/>
          </a:bodyPr>
          <a:lstStyle/>
          <a:p>
            <a:r>
              <a:rPr lang="en-IN" sz="1900" i="1">
                <a:solidFill>
                  <a:srgbClr val="161616"/>
                </a:solidFill>
                <a:latin typeface="IBM Plex Sans" panose="020B0503050203000203" pitchFamily="34" charset="0"/>
              </a:rPr>
              <a:t>Your feedback will help us identify what is clear, credible, usable, and ready before the IBM Data story is scaled across field and client-facing assets.</a:t>
            </a:r>
            <a:endParaRPr lang="en-US" sz="1900" i="1">
              <a:solidFill>
                <a:srgbClr val="161616"/>
              </a:solidFill>
              <a:latin typeface="IBM Plex Sans" panose="020B0503050203000203" pitchFamily="34" charset="0"/>
            </a:endParaRPr>
          </a:p>
        </p:txBody>
      </p:sp>
      <p:sp>
        <p:nvSpPr>
          <p:cNvPr id="15" name="Text 7">
            <a:extLst>
              <a:ext uri="{FF2B5EF4-FFF2-40B4-BE49-F238E27FC236}">
                <a16:creationId xmlns:a16="http://schemas.microsoft.com/office/drawing/2014/main" id="{33566C65-B21D-56A5-674B-F2901C198366}"/>
              </a:ext>
            </a:extLst>
          </p:cNvPr>
          <p:cNvSpPr/>
          <p:nvPr/>
        </p:nvSpPr>
        <p:spPr>
          <a:xfrm>
            <a:off x="3977640" y="1508760"/>
            <a:ext cx="548640" cy="274320"/>
          </a:xfrm>
          <a:prstGeom prst="rect">
            <a:avLst/>
          </a:prstGeom>
          <a:noFill/>
          <a:ln/>
        </p:spPr>
        <p:txBody>
          <a:bodyPr wrap="square" lIns="0" tIns="0" rIns="0" bIns="0" rtlCol="0" anchor="ctr"/>
          <a:lstStyle/>
          <a:p>
            <a:pPr marL="0" indent="0">
              <a:buNone/>
            </a:pPr>
            <a:r>
              <a:rPr lang="en-US" sz="2000" b="1">
                <a:solidFill>
                  <a:srgbClr val="0F62FE"/>
                </a:solidFill>
                <a:latin typeface="IBM Plex Sans" panose="020B0503050203000203" pitchFamily="34" charset="0"/>
                <a:ea typeface="IBM Plex Sans" pitchFamily="34" charset="-122"/>
                <a:cs typeface="IBM Plex Sans" pitchFamily="34" charset="-120"/>
              </a:rPr>
              <a:t>01</a:t>
            </a:r>
            <a:endParaRPr lang="en-US" sz="2000" b="1">
              <a:latin typeface="IBM Plex Sans" panose="020B0503050203000203" pitchFamily="34" charset="0"/>
            </a:endParaRPr>
          </a:p>
        </p:txBody>
      </p:sp>
      <p:sp>
        <p:nvSpPr>
          <p:cNvPr id="17" name="Text 8">
            <a:extLst>
              <a:ext uri="{FF2B5EF4-FFF2-40B4-BE49-F238E27FC236}">
                <a16:creationId xmlns:a16="http://schemas.microsoft.com/office/drawing/2014/main" id="{01DA80A4-3C8E-4556-5EAE-94589EEB875A}"/>
              </a:ext>
            </a:extLst>
          </p:cNvPr>
          <p:cNvSpPr/>
          <p:nvPr/>
        </p:nvSpPr>
        <p:spPr>
          <a:xfrm>
            <a:off x="3977640" y="1947672"/>
            <a:ext cx="2423160" cy="411480"/>
          </a:xfrm>
          <a:prstGeom prst="rect">
            <a:avLst/>
          </a:prstGeom>
          <a:noFill/>
          <a:ln/>
        </p:spPr>
        <p:txBody>
          <a:bodyPr wrap="square" lIns="0" tIns="0" rIns="0" bIns="0" rtlCol="0" anchor="ctr">
            <a:normAutofit/>
          </a:bodyPr>
          <a:lstStyle/>
          <a:p>
            <a:pPr marL="0" indent="0">
              <a:buNone/>
            </a:pPr>
            <a:r>
              <a:rPr lang="en-US" b="1">
                <a:solidFill>
                  <a:srgbClr val="0D2370"/>
                </a:solidFill>
                <a:latin typeface="IBM Plex Sans" panose="020B0503050203000203" pitchFamily="34" charset="0"/>
              </a:rPr>
              <a:t>What is this?</a:t>
            </a:r>
          </a:p>
        </p:txBody>
      </p:sp>
      <p:sp>
        <p:nvSpPr>
          <p:cNvPr id="19" name="Text 9">
            <a:extLst>
              <a:ext uri="{FF2B5EF4-FFF2-40B4-BE49-F238E27FC236}">
                <a16:creationId xmlns:a16="http://schemas.microsoft.com/office/drawing/2014/main" id="{CA9133EE-3327-54EB-CEFC-6F7DAD94A687}"/>
              </a:ext>
            </a:extLst>
          </p:cNvPr>
          <p:cNvSpPr/>
          <p:nvPr/>
        </p:nvSpPr>
        <p:spPr>
          <a:xfrm>
            <a:off x="3977640" y="2587752"/>
            <a:ext cx="2423160" cy="2331720"/>
          </a:xfrm>
          <a:prstGeom prst="rect">
            <a:avLst/>
          </a:prstGeom>
          <a:noFill/>
          <a:ln/>
        </p:spPr>
        <p:txBody>
          <a:bodyPr wrap="square" lIns="0" tIns="0" rIns="0" bIns="0" rtlCol="0" anchor="t">
            <a:normAutofit/>
          </a:bodyPr>
          <a:lstStyle/>
          <a:p>
            <a:r>
              <a:rPr lang="en-US" sz="1400">
                <a:solidFill>
                  <a:srgbClr val="262626"/>
                </a:solidFill>
                <a:latin typeface="IBM Plex Sans" panose="020B0503050203000203" pitchFamily="34" charset="0"/>
                <a:ea typeface="IBM Plex Sans" pitchFamily="34" charset="-122"/>
                <a:cs typeface="IBM Plex Sans" pitchFamily="34" charset="-120"/>
              </a:rPr>
              <a:t>A working </a:t>
            </a:r>
            <a:r>
              <a:rPr lang="en-US" sz="1400">
                <a:solidFill>
                  <a:srgbClr val="FF0000"/>
                </a:solidFill>
                <a:latin typeface="IBM Plex Sans"/>
                <a:ea typeface="Arial" pitchFamily="34" charset="-122"/>
                <a:cs typeface="Arial"/>
              </a:rPr>
              <a:t>watsonx.data</a:t>
            </a:r>
            <a:r>
              <a:rPr lang="en-US" sz="1400">
                <a:solidFill>
                  <a:srgbClr val="1F1F1F"/>
                </a:solidFill>
                <a:latin typeface="IBM Plex Sans"/>
                <a:ea typeface="Arial" pitchFamily="34" charset="-122"/>
                <a:cs typeface="Arial"/>
              </a:rPr>
              <a:t>/</a:t>
            </a:r>
            <a:r>
              <a:rPr lang="en-US" sz="1400">
                <a:solidFill>
                  <a:srgbClr val="FF0000"/>
                </a:solidFill>
                <a:latin typeface="IBM Plex Sans"/>
                <a:ea typeface="Arial" pitchFamily="34" charset="-122"/>
                <a:cs typeface="Arial"/>
              </a:rPr>
              <a:t>IBM Data/TBD </a:t>
            </a:r>
            <a:r>
              <a:rPr lang="en-US" sz="1400" b="1">
                <a:solidFill>
                  <a:srgbClr val="2B71FF"/>
                </a:solidFill>
                <a:latin typeface="IBM Plex Sans" panose="020B0503050203000203" pitchFamily="34" charset="0"/>
                <a:ea typeface="IBM Plex Sans" pitchFamily="34" charset="-122"/>
                <a:cs typeface="IBM Plex Sans" pitchFamily="34" charset="-120"/>
              </a:rPr>
              <a:t>narrative </a:t>
            </a:r>
            <a:r>
              <a:rPr lang="en-IN" sz="1400">
                <a:solidFill>
                  <a:srgbClr val="262626"/>
                </a:solidFill>
                <a:latin typeface="IBM Plex Sans" panose="020B0503050203000203" pitchFamily="34" charset="0"/>
              </a:rPr>
              <a:t>that brings the portfolio into one connected customer story rather than a set of separate product messages.</a:t>
            </a:r>
            <a:endParaRPr lang="en-US" sz="1400">
              <a:solidFill>
                <a:srgbClr val="262626"/>
              </a:solidFill>
              <a:latin typeface="IBM Plex Sans" panose="020B0503050203000203" pitchFamily="34" charset="0"/>
            </a:endParaRPr>
          </a:p>
        </p:txBody>
      </p:sp>
      <p:sp>
        <p:nvSpPr>
          <p:cNvPr id="20" name="Shape 10">
            <a:extLst>
              <a:ext uri="{FF2B5EF4-FFF2-40B4-BE49-F238E27FC236}">
                <a16:creationId xmlns:a16="http://schemas.microsoft.com/office/drawing/2014/main" id="{0F287A4A-E0C9-7EE9-E955-A08248194689}"/>
              </a:ext>
            </a:extLst>
          </p:cNvPr>
          <p:cNvSpPr/>
          <p:nvPr/>
        </p:nvSpPr>
        <p:spPr>
          <a:xfrm>
            <a:off x="6565392" y="1554480"/>
            <a:ext cx="13716" cy="3429000"/>
          </a:xfrm>
          <a:prstGeom prst="rect">
            <a:avLst/>
          </a:prstGeom>
          <a:solidFill>
            <a:srgbClr val="E0E0E0"/>
          </a:solidFill>
          <a:ln w="12700">
            <a:solidFill>
              <a:srgbClr val="E0E0E0">
                <a:alpha val="0"/>
              </a:srgbClr>
            </a:solidFill>
            <a:prstDash val="solid"/>
          </a:ln>
        </p:spPr>
        <p:txBody>
          <a:bodyPr/>
          <a:lstStyle/>
          <a:p>
            <a:endParaRPr lang="en-US">
              <a:latin typeface="IBM Plex Sans" panose="020B0503050203000203" pitchFamily="34" charset="0"/>
            </a:endParaRPr>
          </a:p>
        </p:txBody>
      </p:sp>
      <p:sp>
        <p:nvSpPr>
          <p:cNvPr id="21" name="Text 11">
            <a:extLst>
              <a:ext uri="{FF2B5EF4-FFF2-40B4-BE49-F238E27FC236}">
                <a16:creationId xmlns:a16="http://schemas.microsoft.com/office/drawing/2014/main" id="{C719D685-353B-860B-DA6F-99060719DAF3}"/>
              </a:ext>
            </a:extLst>
          </p:cNvPr>
          <p:cNvSpPr/>
          <p:nvPr/>
        </p:nvSpPr>
        <p:spPr>
          <a:xfrm>
            <a:off x="6748272" y="1508760"/>
            <a:ext cx="548640" cy="274320"/>
          </a:xfrm>
          <a:prstGeom prst="rect">
            <a:avLst/>
          </a:prstGeom>
          <a:noFill/>
          <a:ln/>
        </p:spPr>
        <p:txBody>
          <a:bodyPr wrap="square" lIns="0" tIns="0" rIns="0" bIns="0" rtlCol="0" anchor="ctr"/>
          <a:lstStyle/>
          <a:p>
            <a:pPr marL="0" indent="0">
              <a:buNone/>
            </a:pPr>
            <a:r>
              <a:rPr lang="en-US" sz="2000" b="1">
                <a:solidFill>
                  <a:srgbClr val="0F62FE"/>
                </a:solidFill>
                <a:latin typeface="IBM Plex Sans" panose="020B0503050203000203" pitchFamily="34" charset="0"/>
                <a:ea typeface="IBM Plex Sans" pitchFamily="34" charset="-122"/>
                <a:cs typeface="IBM Plex Sans" pitchFamily="34" charset="-120"/>
              </a:rPr>
              <a:t>02</a:t>
            </a:r>
            <a:endParaRPr lang="en-US" sz="2000" b="1">
              <a:latin typeface="IBM Plex Sans" panose="020B0503050203000203" pitchFamily="34" charset="0"/>
            </a:endParaRPr>
          </a:p>
        </p:txBody>
      </p:sp>
      <p:sp>
        <p:nvSpPr>
          <p:cNvPr id="25" name="Text 12">
            <a:extLst>
              <a:ext uri="{FF2B5EF4-FFF2-40B4-BE49-F238E27FC236}">
                <a16:creationId xmlns:a16="http://schemas.microsoft.com/office/drawing/2014/main" id="{9AFAA244-88C4-22C0-7D60-3BD5686BAEDB}"/>
              </a:ext>
            </a:extLst>
          </p:cNvPr>
          <p:cNvSpPr/>
          <p:nvPr/>
        </p:nvSpPr>
        <p:spPr>
          <a:xfrm>
            <a:off x="6748272" y="1947672"/>
            <a:ext cx="2423160" cy="411480"/>
          </a:xfrm>
          <a:prstGeom prst="rect">
            <a:avLst/>
          </a:prstGeom>
          <a:noFill/>
          <a:ln/>
        </p:spPr>
        <p:txBody>
          <a:bodyPr wrap="square" lIns="0" tIns="0" rIns="0" bIns="0" rtlCol="0" anchor="ctr">
            <a:normAutofit/>
          </a:bodyPr>
          <a:lstStyle/>
          <a:p>
            <a:r>
              <a:rPr lang="en-US" b="1">
                <a:solidFill>
                  <a:srgbClr val="0D2370"/>
                </a:solidFill>
                <a:latin typeface="IBM Plex Sans" panose="020B0503050203000203" pitchFamily="34" charset="0"/>
              </a:rPr>
              <a:t>What are we testing?</a:t>
            </a:r>
          </a:p>
        </p:txBody>
      </p:sp>
      <p:sp>
        <p:nvSpPr>
          <p:cNvPr id="27" name="Text 13">
            <a:extLst>
              <a:ext uri="{FF2B5EF4-FFF2-40B4-BE49-F238E27FC236}">
                <a16:creationId xmlns:a16="http://schemas.microsoft.com/office/drawing/2014/main" id="{C1BD08BB-2763-423E-5996-3C4F2680AD55}"/>
              </a:ext>
            </a:extLst>
          </p:cNvPr>
          <p:cNvSpPr/>
          <p:nvPr/>
        </p:nvSpPr>
        <p:spPr>
          <a:xfrm>
            <a:off x="6748272" y="2587752"/>
            <a:ext cx="2423160" cy="2331720"/>
          </a:xfrm>
          <a:prstGeom prst="rect">
            <a:avLst/>
          </a:prstGeom>
          <a:noFill/>
          <a:ln/>
        </p:spPr>
        <p:txBody>
          <a:bodyPr wrap="square" lIns="0" tIns="0" rIns="0" bIns="0" rtlCol="0" anchor="t">
            <a:normAutofit/>
          </a:bodyPr>
          <a:lstStyle/>
          <a:p>
            <a:pPr marL="0" indent="0">
              <a:buNone/>
            </a:pPr>
            <a:r>
              <a:rPr lang="en-US" sz="1400">
                <a:solidFill>
                  <a:srgbClr val="262626"/>
                </a:solidFill>
                <a:latin typeface="IBM Plex Sans" panose="020B0503050203000203" pitchFamily="34" charset="0"/>
                <a:ea typeface="IBM Plex Sans" pitchFamily="34" charset="-122"/>
                <a:cs typeface="IBM Plex Sans" pitchFamily="34" charset="-120"/>
              </a:rPr>
              <a:t>Whether the </a:t>
            </a:r>
            <a:r>
              <a:rPr lang="en-US" sz="1400" b="1">
                <a:solidFill>
                  <a:srgbClr val="2B71FF"/>
                </a:solidFill>
                <a:latin typeface="IBM Plex Sans" panose="020B0503050203000203" pitchFamily="34" charset="0"/>
                <a:ea typeface="IBM Plex Sans" pitchFamily="34" charset="-122"/>
                <a:cs typeface="IBM Plex Sans" pitchFamily="34" charset="-120"/>
              </a:rPr>
              <a:t>overall narrative and four GTM motions </a:t>
            </a:r>
            <a:r>
              <a:rPr lang="en-US" sz="1400">
                <a:solidFill>
                  <a:srgbClr val="262626"/>
                </a:solidFill>
                <a:latin typeface="IBM Plex Sans" panose="020B0503050203000203" pitchFamily="34" charset="0"/>
                <a:ea typeface="IBM Plex Sans" pitchFamily="34" charset="-122"/>
                <a:cs typeface="IBM Plex Sans" pitchFamily="34" charset="-120"/>
              </a:rPr>
              <a:t>are </a:t>
            </a:r>
            <a:r>
              <a:rPr lang="en-IN" sz="1400">
                <a:solidFill>
                  <a:srgbClr val="262626"/>
                </a:solidFill>
                <a:latin typeface="IBM Plex Sans" panose="020B0503050203000203" pitchFamily="34" charset="0"/>
              </a:rPr>
              <a:t>clear, relevant, credible, and usable in real client conversations.</a:t>
            </a:r>
            <a:endParaRPr lang="en-US" sz="1400">
              <a:solidFill>
                <a:srgbClr val="262626"/>
              </a:solidFill>
              <a:latin typeface="IBM Plex Sans" panose="020B0503050203000203" pitchFamily="34" charset="0"/>
            </a:endParaRPr>
          </a:p>
        </p:txBody>
      </p:sp>
      <p:sp>
        <p:nvSpPr>
          <p:cNvPr id="28" name="Shape 14">
            <a:extLst>
              <a:ext uri="{FF2B5EF4-FFF2-40B4-BE49-F238E27FC236}">
                <a16:creationId xmlns:a16="http://schemas.microsoft.com/office/drawing/2014/main" id="{2D5060B3-3FDC-817F-F121-A0A9A00F5CC7}"/>
              </a:ext>
            </a:extLst>
          </p:cNvPr>
          <p:cNvSpPr/>
          <p:nvPr/>
        </p:nvSpPr>
        <p:spPr>
          <a:xfrm>
            <a:off x="9336024" y="1554480"/>
            <a:ext cx="13716" cy="3429000"/>
          </a:xfrm>
          <a:prstGeom prst="rect">
            <a:avLst/>
          </a:prstGeom>
          <a:solidFill>
            <a:srgbClr val="E0E0E0"/>
          </a:solidFill>
          <a:ln w="12700">
            <a:solidFill>
              <a:srgbClr val="E0E0E0">
                <a:alpha val="0"/>
              </a:srgbClr>
            </a:solidFill>
            <a:prstDash val="solid"/>
          </a:ln>
        </p:spPr>
        <p:txBody>
          <a:bodyPr/>
          <a:lstStyle/>
          <a:p>
            <a:endParaRPr lang="en-US">
              <a:latin typeface="IBM Plex Sans" panose="020B0503050203000203" pitchFamily="34" charset="0"/>
            </a:endParaRPr>
          </a:p>
        </p:txBody>
      </p:sp>
      <p:sp>
        <p:nvSpPr>
          <p:cNvPr id="29" name="Text 15">
            <a:extLst>
              <a:ext uri="{FF2B5EF4-FFF2-40B4-BE49-F238E27FC236}">
                <a16:creationId xmlns:a16="http://schemas.microsoft.com/office/drawing/2014/main" id="{FDDB2922-BB7D-F1D9-6DD3-2467341777F5}"/>
              </a:ext>
            </a:extLst>
          </p:cNvPr>
          <p:cNvSpPr/>
          <p:nvPr/>
        </p:nvSpPr>
        <p:spPr>
          <a:xfrm>
            <a:off x="9518904" y="1508760"/>
            <a:ext cx="548640" cy="274320"/>
          </a:xfrm>
          <a:prstGeom prst="rect">
            <a:avLst/>
          </a:prstGeom>
          <a:noFill/>
          <a:ln/>
        </p:spPr>
        <p:txBody>
          <a:bodyPr wrap="square" lIns="0" tIns="0" rIns="0" bIns="0" rtlCol="0" anchor="ctr"/>
          <a:lstStyle/>
          <a:p>
            <a:pPr marL="0" indent="0">
              <a:buNone/>
            </a:pPr>
            <a:r>
              <a:rPr lang="en-US" sz="2000" b="1">
                <a:solidFill>
                  <a:srgbClr val="0F62FE"/>
                </a:solidFill>
                <a:latin typeface="IBM Plex Sans" panose="020B0503050203000203" pitchFamily="34" charset="0"/>
                <a:ea typeface="IBM Plex Sans" pitchFamily="34" charset="-122"/>
                <a:cs typeface="IBM Plex Sans" pitchFamily="34" charset="-120"/>
              </a:rPr>
              <a:t>03</a:t>
            </a:r>
            <a:endParaRPr lang="en-US" sz="2000" b="1">
              <a:latin typeface="IBM Plex Sans" panose="020B0503050203000203" pitchFamily="34" charset="0"/>
            </a:endParaRPr>
          </a:p>
        </p:txBody>
      </p:sp>
      <p:sp>
        <p:nvSpPr>
          <p:cNvPr id="30" name="Text 16">
            <a:extLst>
              <a:ext uri="{FF2B5EF4-FFF2-40B4-BE49-F238E27FC236}">
                <a16:creationId xmlns:a16="http://schemas.microsoft.com/office/drawing/2014/main" id="{2FE60BB0-61FB-B21B-8A21-5D573B4D979B}"/>
              </a:ext>
            </a:extLst>
          </p:cNvPr>
          <p:cNvSpPr/>
          <p:nvPr/>
        </p:nvSpPr>
        <p:spPr>
          <a:xfrm>
            <a:off x="9518904" y="1947672"/>
            <a:ext cx="2423160" cy="411480"/>
          </a:xfrm>
          <a:prstGeom prst="rect">
            <a:avLst/>
          </a:prstGeom>
          <a:noFill/>
          <a:ln/>
        </p:spPr>
        <p:txBody>
          <a:bodyPr wrap="square" lIns="0" tIns="0" rIns="0" bIns="0" rtlCol="0" anchor="ctr">
            <a:normAutofit/>
          </a:bodyPr>
          <a:lstStyle/>
          <a:p>
            <a:pPr indent="0">
              <a:buNone/>
            </a:pPr>
            <a:r>
              <a:rPr lang="en-US" b="1">
                <a:solidFill>
                  <a:srgbClr val="0D2370"/>
                </a:solidFill>
                <a:latin typeface="IBM Plex Sans" panose="020B0503050203000203" pitchFamily="34" charset="0"/>
              </a:rPr>
              <a:t>How to give feedback</a:t>
            </a:r>
          </a:p>
        </p:txBody>
      </p:sp>
      <p:sp>
        <p:nvSpPr>
          <p:cNvPr id="31" name="Text 17">
            <a:extLst>
              <a:ext uri="{FF2B5EF4-FFF2-40B4-BE49-F238E27FC236}">
                <a16:creationId xmlns:a16="http://schemas.microsoft.com/office/drawing/2014/main" id="{489D14D8-6C8C-D794-B0D7-3462F2FC893C}"/>
              </a:ext>
            </a:extLst>
          </p:cNvPr>
          <p:cNvSpPr/>
          <p:nvPr/>
        </p:nvSpPr>
        <p:spPr>
          <a:xfrm>
            <a:off x="9505188" y="2610612"/>
            <a:ext cx="2423160" cy="1504188"/>
          </a:xfrm>
          <a:prstGeom prst="rect">
            <a:avLst/>
          </a:prstGeom>
          <a:noFill/>
          <a:ln/>
        </p:spPr>
        <p:txBody>
          <a:bodyPr wrap="square" lIns="0" tIns="0" rIns="0" bIns="0" rtlCol="0" anchor="t">
            <a:normAutofit/>
          </a:bodyPr>
          <a:lstStyle/>
          <a:p>
            <a:pPr marL="0" indent="0">
              <a:buNone/>
            </a:pPr>
            <a:r>
              <a:rPr lang="en-US" sz="1400">
                <a:solidFill>
                  <a:srgbClr val="262626"/>
                </a:solidFill>
                <a:latin typeface="IBM Plex Sans" panose="020B0503050203000203" pitchFamily="34" charset="0"/>
                <a:ea typeface="IBM Plex Sans" pitchFamily="34" charset="-122"/>
                <a:cs typeface="IBM Plex Sans" pitchFamily="34" charset="-120"/>
              </a:rPr>
              <a:t>Review the package, complete a </a:t>
            </a:r>
            <a:r>
              <a:rPr lang="en-US" sz="1400" b="1">
                <a:solidFill>
                  <a:srgbClr val="2B71FF"/>
                </a:solidFill>
                <a:latin typeface="IBM Plex Sans" panose="020B0503050203000203" pitchFamily="34" charset="0"/>
                <a:ea typeface="IBM Plex Sans" pitchFamily="34" charset="-122"/>
                <a:cs typeface="IBM Plex Sans" pitchFamily="34" charset="-120"/>
              </a:rPr>
              <a:t>short survey</a:t>
            </a:r>
            <a:r>
              <a:rPr lang="en-US" sz="1400">
                <a:solidFill>
                  <a:srgbClr val="262626"/>
                </a:solidFill>
                <a:latin typeface="IBM Plex Sans" panose="020B0503050203000203" pitchFamily="34" charset="0"/>
                <a:ea typeface="IBM Plex Sans" pitchFamily="34" charset="-122"/>
                <a:cs typeface="IBM Plex Sans" pitchFamily="34" charset="-120"/>
              </a:rPr>
              <a:t>, and join a </a:t>
            </a:r>
            <a:r>
              <a:rPr lang="en-US" sz="1400" b="1">
                <a:solidFill>
                  <a:srgbClr val="2B71FF"/>
                </a:solidFill>
                <a:latin typeface="IBM Plex Sans" panose="020B0503050203000203" pitchFamily="34" charset="0"/>
              </a:rPr>
              <a:t>30-min i</a:t>
            </a:r>
            <a:r>
              <a:rPr lang="en-US" sz="1400" b="1">
                <a:solidFill>
                  <a:srgbClr val="2B71FF"/>
                </a:solidFill>
                <a:latin typeface="IBM Plex Sans" panose="020B0503050203000203" pitchFamily="34" charset="0"/>
                <a:ea typeface="IBM Plex Sans" pitchFamily="34" charset="-122"/>
                <a:cs typeface="IBM Plex Sans" pitchFamily="34" charset="-120"/>
              </a:rPr>
              <a:t>nterview </a:t>
            </a:r>
            <a:r>
              <a:rPr lang="en-US" sz="1400">
                <a:solidFill>
                  <a:srgbClr val="262626"/>
                </a:solidFill>
                <a:latin typeface="IBM Plex Sans" panose="020B0503050203000203" pitchFamily="34" charset="0"/>
                <a:ea typeface="IBM Plex Sans" pitchFamily="34" charset="-122"/>
                <a:cs typeface="IBM Plex Sans" pitchFamily="34" charset="-120"/>
              </a:rPr>
              <a:t>so we can understand what lands, what does not, and what needs proof.</a:t>
            </a:r>
          </a:p>
          <a:p>
            <a:pPr marL="0" indent="0">
              <a:buNone/>
            </a:pPr>
            <a:endParaRPr lang="en-US" sz="1400">
              <a:solidFill>
                <a:srgbClr val="262626"/>
              </a:solidFill>
              <a:latin typeface="IBM Plex Sans" panose="020B0503050203000203" pitchFamily="34" charset="0"/>
              <a:ea typeface="IBM Plex Sans" pitchFamily="34" charset="-122"/>
              <a:cs typeface="IBM Plex Sans" pitchFamily="34" charset="-120"/>
            </a:endParaRPr>
          </a:p>
          <a:p>
            <a:pPr marL="0" indent="0">
              <a:buNone/>
            </a:pPr>
            <a:endParaRPr lang="en-US" sz="1400">
              <a:solidFill>
                <a:srgbClr val="262626"/>
              </a:solidFill>
              <a:latin typeface="IBM Plex Sans" panose="020B0503050203000203" pitchFamily="34" charset="0"/>
              <a:ea typeface="IBM Plex Sans" pitchFamily="34" charset="-122"/>
              <a:cs typeface="IBM Plex Sans" pitchFamily="34" charset="-120"/>
            </a:endParaRPr>
          </a:p>
          <a:p>
            <a:pPr marL="0" indent="0">
              <a:buNone/>
            </a:pPr>
            <a:endParaRPr lang="en-US" sz="1400">
              <a:solidFill>
                <a:srgbClr val="262626"/>
              </a:solidFill>
              <a:latin typeface="IBM Plex Sans" panose="020B0503050203000203" pitchFamily="34" charset="0"/>
            </a:endParaRPr>
          </a:p>
          <a:p>
            <a:pPr marL="0" indent="0">
              <a:buNone/>
            </a:pPr>
            <a:endParaRPr lang="en-US" sz="1400">
              <a:latin typeface="IBM Plex Sans" panose="020B0503050203000203" pitchFamily="34" charset="0"/>
            </a:endParaRPr>
          </a:p>
        </p:txBody>
      </p:sp>
      <p:sp>
        <p:nvSpPr>
          <p:cNvPr id="32" name="Shape 18">
            <a:extLst>
              <a:ext uri="{FF2B5EF4-FFF2-40B4-BE49-F238E27FC236}">
                <a16:creationId xmlns:a16="http://schemas.microsoft.com/office/drawing/2014/main" id="{A1BDD635-8CEF-84F5-C097-130612B6E3CA}"/>
              </a:ext>
            </a:extLst>
          </p:cNvPr>
          <p:cNvSpPr/>
          <p:nvPr/>
        </p:nvSpPr>
        <p:spPr>
          <a:xfrm>
            <a:off x="457200" y="5989320"/>
            <a:ext cx="11201400" cy="27432"/>
          </a:xfrm>
          <a:prstGeom prst="rect">
            <a:avLst/>
          </a:prstGeom>
          <a:solidFill>
            <a:srgbClr val="E0E0E0"/>
          </a:solidFill>
          <a:ln w="12700">
            <a:solidFill>
              <a:srgbClr val="E0E0E0">
                <a:alpha val="0"/>
              </a:srgbClr>
            </a:solidFill>
            <a:prstDash val="solid"/>
          </a:ln>
        </p:spPr>
        <p:txBody>
          <a:bodyPr/>
          <a:lstStyle/>
          <a:p>
            <a:endParaRPr lang="en-US">
              <a:latin typeface="IBM Plex Sans" panose="020B0503050203000203" pitchFamily="34" charset="0"/>
            </a:endParaRPr>
          </a:p>
        </p:txBody>
      </p:sp>
      <p:sp>
        <p:nvSpPr>
          <p:cNvPr id="33" name="Text 19">
            <a:extLst>
              <a:ext uri="{FF2B5EF4-FFF2-40B4-BE49-F238E27FC236}">
                <a16:creationId xmlns:a16="http://schemas.microsoft.com/office/drawing/2014/main" id="{1F890507-7A7D-DF76-585F-CB40C33B3D5A}"/>
              </a:ext>
            </a:extLst>
          </p:cNvPr>
          <p:cNvSpPr/>
          <p:nvPr/>
        </p:nvSpPr>
        <p:spPr>
          <a:xfrm>
            <a:off x="457200" y="6172200"/>
            <a:ext cx="548640" cy="228600"/>
          </a:xfrm>
          <a:prstGeom prst="rect">
            <a:avLst/>
          </a:prstGeom>
          <a:noFill/>
          <a:ln/>
        </p:spPr>
        <p:txBody>
          <a:bodyPr wrap="square" lIns="0" tIns="0" rIns="0" bIns="0" rtlCol="0" anchor="ctr"/>
          <a:lstStyle/>
          <a:p>
            <a:pPr marL="0" indent="0">
              <a:buNone/>
            </a:pPr>
            <a:r>
              <a:rPr lang="en-US" sz="1200" b="1">
                <a:solidFill>
                  <a:srgbClr val="0F62FE"/>
                </a:solidFill>
                <a:latin typeface="IBM Plex Sans" panose="020B0503050203000203" pitchFamily="34" charset="0"/>
                <a:ea typeface="IBM Plex Sans" pitchFamily="34" charset="-122"/>
                <a:cs typeface="IBM Plex Sans" pitchFamily="34" charset="-120"/>
              </a:rPr>
              <a:t>Output</a:t>
            </a:r>
            <a:endParaRPr lang="en-US" sz="1200" b="1">
              <a:latin typeface="IBM Plex Sans" panose="020B0503050203000203" pitchFamily="34" charset="0"/>
            </a:endParaRPr>
          </a:p>
        </p:txBody>
      </p:sp>
      <p:sp>
        <p:nvSpPr>
          <p:cNvPr id="35" name="Text 20">
            <a:extLst>
              <a:ext uri="{FF2B5EF4-FFF2-40B4-BE49-F238E27FC236}">
                <a16:creationId xmlns:a16="http://schemas.microsoft.com/office/drawing/2014/main" id="{DA431320-ABCA-7A10-2859-C89C90965695}"/>
              </a:ext>
            </a:extLst>
          </p:cNvPr>
          <p:cNvSpPr/>
          <p:nvPr/>
        </p:nvSpPr>
        <p:spPr>
          <a:xfrm>
            <a:off x="1221931" y="6043839"/>
            <a:ext cx="10345229" cy="503610"/>
          </a:xfrm>
          <a:prstGeom prst="rect">
            <a:avLst/>
          </a:prstGeom>
          <a:noFill/>
          <a:ln/>
        </p:spPr>
        <p:txBody>
          <a:bodyPr wrap="square" lIns="0" tIns="0" rIns="0" bIns="0" rtlCol="0" anchor="ctr">
            <a:normAutofit/>
          </a:bodyPr>
          <a:lstStyle/>
          <a:p>
            <a:r>
              <a:rPr lang="en-US" sz="1100" i="1">
                <a:solidFill>
                  <a:srgbClr val="525252"/>
                </a:solidFill>
                <a:latin typeface="IBM Plex Sans" panose="020B0503050203000203" pitchFamily="34" charset="0"/>
              </a:rPr>
              <a:t> </a:t>
            </a:r>
            <a:r>
              <a:rPr lang="en-IN" sz="1200" i="1">
                <a:solidFill>
                  <a:srgbClr val="525252"/>
                </a:solidFill>
                <a:latin typeface="IBM Plex Sans" panose="020B0503050203000203" pitchFamily="34" charset="0"/>
              </a:rPr>
              <a:t>Feedback will shape the final narrative, seller talk tracks, client-facing assets, proof requirements, and enablement materials.</a:t>
            </a:r>
            <a:endParaRPr lang="en-US" sz="1100" i="1">
              <a:solidFill>
                <a:srgbClr val="525252"/>
              </a:solidFill>
              <a:latin typeface="IBM Plex Sans" panose="020B0503050203000203" pitchFamily="34" charset="0"/>
            </a:endParaRPr>
          </a:p>
        </p:txBody>
      </p:sp>
      <p:sp>
        <p:nvSpPr>
          <p:cNvPr id="36" name="Text 16">
            <a:extLst>
              <a:ext uri="{FF2B5EF4-FFF2-40B4-BE49-F238E27FC236}">
                <a16:creationId xmlns:a16="http://schemas.microsoft.com/office/drawing/2014/main" id="{FF613FF8-6AD4-6AE2-BE82-329E6E1505F3}"/>
              </a:ext>
            </a:extLst>
          </p:cNvPr>
          <p:cNvSpPr/>
          <p:nvPr/>
        </p:nvSpPr>
        <p:spPr>
          <a:xfrm>
            <a:off x="9514332" y="4242816"/>
            <a:ext cx="2423160" cy="411480"/>
          </a:xfrm>
          <a:prstGeom prst="rect">
            <a:avLst/>
          </a:prstGeom>
          <a:noFill/>
          <a:ln/>
        </p:spPr>
        <p:txBody>
          <a:bodyPr wrap="square" lIns="0" tIns="0" rIns="0" bIns="0" rtlCol="0" anchor="ctr">
            <a:normAutofit/>
          </a:bodyPr>
          <a:lstStyle/>
          <a:p>
            <a:pPr marL="0" indent="0">
              <a:buNone/>
            </a:pPr>
            <a:r>
              <a:rPr lang="en-US" sz="1200" b="1">
                <a:solidFill>
                  <a:srgbClr val="161616"/>
                </a:solidFill>
                <a:latin typeface="IBM Plex Sans" panose="020B0503050203000203" pitchFamily="34" charset="0"/>
                <a:ea typeface="IBM Plex Sans" pitchFamily="34" charset="-122"/>
                <a:cs typeface="IBM Plex Sans" pitchFamily="34" charset="-120"/>
              </a:rPr>
              <a:t>Survey link: </a:t>
            </a:r>
            <a:r>
              <a:rPr lang="en-US" sz="1200" b="1">
                <a:solidFill>
                  <a:srgbClr val="161616"/>
                </a:solidFill>
                <a:latin typeface="IBM Plex Sans" panose="020B0503050203000203" pitchFamily="34" charset="0"/>
                <a:ea typeface="IBM Plex Sans" pitchFamily="34" charset="-122"/>
                <a:cs typeface="IBM Plex Sans" pitchFamily="34" charset="-120"/>
                <a:hlinkClick r:id="rId3"/>
              </a:rPr>
              <a:t>here</a:t>
            </a:r>
            <a:r>
              <a:rPr lang="en-US" sz="1200" b="1">
                <a:solidFill>
                  <a:srgbClr val="161616"/>
                </a:solidFill>
                <a:latin typeface="IBM Plex Sans" panose="020B0503050203000203" pitchFamily="34" charset="0"/>
                <a:ea typeface="IBM Plex Sans" pitchFamily="34" charset="-122"/>
                <a:cs typeface="IBM Plex Sans" pitchFamily="34" charset="-120"/>
                <a:hlinkClick r:id="rId4"/>
              </a:rPr>
              <a:t> </a:t>
            </a:r>
            <a:endParaRPr lang="en-US" sz="1200" b="1">
              <a:latin typeface="IBM Plex Sans" panose="020B0503050203000203" pitchFamily="34" charset="0"/>
            </a:endParaRPr>
          </a:p>
        </p:txBody>
      </p:sp>
      <p:sp>
        <p:nvSpPr>
          <p:cNvPr id="37" name="Text 1">
            <a:extLst>
              <a:ext uri="{FF2B5EF4-FFF2-40B4-BE49-F238E27FC236}">
                <a16:creationId xmlns:a16="http://schemas.microsoft.com/office/drawing/2014/main" id="{3DD36E47-0F79-0F3F-E6FF-8566BD75D466}"/>
              </a:ext>
            </a:extLst>
          </p:cNvPr>
          <p:cNvSpPr/>
          <p:nvPr/>
        </p:nvSpPr>
        <p:spPr>
          <a:xfrm>
            <a:off x="229364" y="64446"/>
            <a:ext cx="8502813" cy="22857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IBM Plex Sans"/>
                <a:ea typeface="Arial" pitchFamily="34" charset="-122"/>
                <a:cs typeface="Arial" pitchFamily="34" charset="-120"/>
              </a:rPr>
              <a:t>IBM Data Positioning &amp; Messaging</a:t>
            </a:r>
            <a:r>
              <a:rPr kumimoji="0" lang="en-US" sz="1400" b="0" i="0" u="none" strike="noStrike" kern="1200" cap="none" spc="0" normalizeH="0" baseline="0" noProof="0">
                <a:ln>
                  <a:noFill/>
                </a:ln>
                <a:solidFill>
                  <a:srgbClr val="FFFFFF"/>
                </a:solidFill>
                <a:effectLst/>
                <a:uLnTx/>
                <a:uFillTx/>
                <a:latin typeface="IBM Plex Sans"/>
                <a:ea typeface="Arial" pitchFamily="34" charset="-122"/>
                <a:cs typeface="Arial"/>
              </a:rPr>
              <a:t> – Seller Feedback package </a:t>
            </a:r>
            <a:endParaRPr kumimoji="0" lang="en-US" sz="1400" b="0" i="0" u="none" strike="noStrike" kern="1200" cap="none" spc="0" normalizeH="0" baseline="0" noProof="0">
              <a:ln>
                <a:noFill/>
              </a:ln>
              <a:solidFill>
                <a:prstClr val="black"/>
              </a:solidFill>
              <a:effectLst/>
              <a:uLnTx/>
              <a:uFillTx/>
              <a:latin typeface="IBM Plex Sans"/>
              <a:ea typeface="+mn-ea"/>
              <a:cs typeface="Arial"/>
            </a:endParaRPr>
          </a:p>
        </p:txBody>
      </p:sp>
      <p:sp>
        <p:nvSpPr>
          <p:cNvPr id="2" name="Shape 10">
            <a:extLst>
              <a:ext uri="{FF2B5EF4-FFF2-40B4-BE49-F238E27FC236}">
                <a16:creationId xmlns:a16="http://schemas.microsoft.com/office/drawing/2014/main" id="{94CEA562-4E6D-16DD-46BB-BE8EC1EC1A9D}"/>
              </a:ext>
            </a:extLst>
          </p:cNvPr>
          <p:cNvSpPr/>
          <p:nvPr/>
        </p:nvSpPr>
        <p:spPr>
          <a:xfrm>
            <a:off x="3716406" y="1554480"/>
            <a:ext cx="13716" cy="3429000"/>
          </a:xfrm>
          <a:prstGeom prst="rect">
            <a:avLst/>
          </a:prstGeom>
          <a:solidFill>
            <a:srgbClr val="E0E0E0"/>
          </a:solidFill>
          <a:ln w="25400">
            <a:solidFill>
              <a:srgbClr val="E0E0E0">
                <a:alpha val="0"/>
              </a:srgbClr>
            </a:solidFill>
            <a:prstDash val="solid"/>
          </a:ln>
        </p:spPr>
        <p:txBody>
          <a:bodyPr/>
          <a:lstStyle/>
          <a:p>
            <a:endParaRPr lang="en-US">
              <a:latin typeface="IBM Plex Sans" panose="020B0503050203000203" pitchFamily="34" charset="0"/>
            </a:endParaRPr>
          </a:p>
        </p:txBody>
      </p:sp>
    </p:spTree>
    <p:extLst>
      <p:ext uri="{BB962C8B-B14F-4D97-AF65-F5344CB8AC3E}">
        <p14:creationId xmlns:p14="http://schemas.microsoft.com/office/powerpoint/2010/main" val="6154719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E26A82-7528-6809-8E97-3425FCEA17F4}"/>
            </a:ext>
          </a:extLst>
        </p:cNvPr>
        <p:cNvGrpSpPr/>
        <p:nvPr/>
      </p:nvGrpSpPr>
      <p:grpSpPr>
        <a:xfrm>
          <a:off x="0" y="0"/>
          <a:ext cx="0" cy="0"/>
          <a:chOff x="0" y="0"/>
          <a:chExt cx="0" cy="0"/>
        </a:xfrm>
      </p:grpSpPr>
      <p:sp>
        <p:nvSpPr>
          <p:cNvPr id="31" name="Slide Number Placeholder 0">
            <a:extLst>
              <a:ext uri="{FF2B5EF4-FFF2-40B4-BE49-F238E27FC236}">
                <a16:creationId xmlns:a16="http://schemas.microsoft.com/office/drawing/2014/main" id="{3628FB1B-141A-2720-0465-16009E2C3F2B}"/>
              </a:ext>
            </a:extLst>
          </p:cNvPr>
          <p:cNvSpPr>
            <a:spLocks noGrp="1"/>
          </p:cNvSpPr>
          <p:nvPr>
            <p:ph type="sldNum" sz="quarter" idx="4294967295"/>
          </p:nvPr>
        </p:nvSpPr>
        <p:spPr>
          <a:xfrm>
            <a:off x="11705374" y="6539839"/>
            <a:ext cx="442696" cy="45719"/>
          </a:xfrm>
          <a:prstGeom prst="rect">
            <a:avLst/>
          </a:prstGeom>
          <a:extLst>
            <a:ext uri="{C572A759-6A51-4108-AA02-DFA0A04FC94B}">
              <ma14:wrappingTextBoxFlag xmlns="" xmlns:ma14="http://schemas.microsoft.com/office/mac/drawingml/2011/main" val="0"/>
            </a:ext>
          </a:extLst>
        </p:spPr>
        <p:txBody>
          <a:bodyPr>
            <a:noAutofit/>
          </a:bodyPr>
          <a:lstStyle>
            <a:lvl1pPr>
              <a:defRPr sz="800">
                <a:solidFill>
                  <a:srgbClr val="5B5B5B"/>
                </a:solidFill>
              </a:defRPr>
            </a:lvl1pPr>
          </a:lstStyle>
          <a:p>
            <a:pPr marL="0" marR="0" lvl="0" indent="0" algn="l" defTabSz="914217" rtl="0" eaLnBrk="1" fontAlgn="auto" latinLnBrk="0" hangingPunct="1">
              <a:lnSpc>
                <a:spcPct val="100000"/>
              </a:lnSpc>
              <a:spcBef>
                <a:spcPts val="0"/>
              </a:spcBef>
              <a:spcAft>
                <a:spcPts val="0"/>
              </a:spcAft>
              <a:buClrTx/>
              <a:buSzTx/>
              <a:buFontTx/>
              <a:buNone/>
              <a:tabLst/>
              <a:defRPr/>
            </a:pPr>
            <a:fld id="{F7021451-1387-4CA6-816F-3879F97B5CBC}" type="slidenum">
              <a:rPr kumimoji="0" lang="en-US" sz="800" b="0" i="0" u="none" strike="noStrike" kern="1200" cap="none" spc="0" normalizeH="0" baseline="0" noProof="0">
                <a:ln>
                  <a:noFill/>
                </a:ln>
                <a:solidFill>
                  <a:srgbClr val="5B5B5B"/>
                </a:solidFill>
                <a:effectLst/>
                <a:uLnTx/>
                <a:uFillTx/>
                <a:latin typeface="Arial"/>
                <a:ea typeface="+mn-ea"/>
                <a:cs typeface="+mn-cs"/>
              </a:rPr>
              <a:pPr marL="0" marR="0" lvl="0" indent="0" algn="l" defTabSz="914217" rtl="0" eaLnBrk="1" fontAlgn="auto" latinLnBrk="0" hangingPunct="1">
                <a:lnSpc>
                  <a:spcPct val="100000"/>
                </a:lnSpc>
                <a:spcBef>
                  <a:spcPts val="0"/>
                </a:spcBef>
                <a:spcAft>
                  <a:spcPts val="0"/>
                </a:spcAft>
                <a:buClrTx/>
                <a:buSzTx/>
                <a:buFontTx/>
                <a:buNone/>
                <a:tabLst/>
                <a:defRPr/>
              </a:pPr>
              <a:t>2</a:t>
            </a:fld>
            <a:endParaRPr kumimoji="0" lang="en-US" sz="800" b="0" i="0" u="none" strike="noStrike" kern="1200" cap="none" spc="0" normalizeH="0" baseline="0" noProof="0">
              <a:ln>
                <a:noFill/>
              </a:ln>
              <a:solidFill>
                <a:srgbClr val="5B5B5B"/>
              </a:solidFill>
              <a:effectLst/>
              <a:uLnTx/>
              <a:uFillTx/>
              <a:latin typeface="Arial"/>
              <a:ea typeface="+mn-ea"/>
              <a:cs typeface="+mn-cs"/>
            </a:endParaRPr>
          </a:p>
        </p:txBody>
      </p:sp>
      <p:sp>
        <p:nvSpPr>
          <p:cNvPr id="34" name="Text 1">
            <a:extLst>
              <a:ext uri="{FF2B5EF4-FFF2-40B4-BE49-F238E27FC236}">
                <a16:creationId xmlns:a16="http://schemas.microsoft.com/office/drawing/2014/main" id="{7E3F5BE7-0217-BBD5-BC35-DC6289D24E78}"/>
              </a:ext>
            </a:extLst>
          </p:cNvPr>
          <p:cNvSpPr/>
          <p:nvPr/>
        </p:nvSpPr>
        <p:spPr>
          <a:xfrm>
            <a:off x="229364" y="64446"/>
            <a:ext cx="8502813" cy="22857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IBM Plex Sans"/>
                <a:ea typeface="Arial" pitchFamily="34" charset="-122"/>
                <a:cs typeface="Arial" pitchFamily="34" charset="-120"/>
              </a:rPr>
              <a:t>IBM Data Positioning &amp; Messaging</a:t>
            </a:r>
            <a:r>
              <a:rPr kumimoji="0" lang="en-US" sz="1400" b="0" i="0" u="none" strike="noStrike" kern="1200" cap="none" spc="0" normalizeH="0" baseline="0" noProof="0">
                <a:ln>
                  <a:noFill/>
                </a:ln>
                <a:solidFill>
                  <a:srgbClr val="FFFFFF"/>
                </a:solidFill>
                <a:effectLst/>
                <a:uLnTx/>
                <a:uFillTx/>
                <a:latin typeface="IBM Plex Sans"/>
                <a:ea typeface="Arial" pitchFamily="34" charset="-122"/>
                <a:cs typeface="Arial"/>
              </a:rPr>
              <a:t> – Point of View</a:t>
            </a:r>
            <a:endParaRPr kumimoji="0" lang="en-US" sz="1400" b="0" i="0" u="none" strike="noStrike" kern="1200" cap="none" spc="0" normalizeH="0" baseline="0" noProof="0">
              <a:ln>
                <a:noFill/>
              </a:ln>
              <a:solidFill>
                <a:prstClr val="black"/>
              </a:solidFill>
              <a:effectLst/>
              <a:uLnTx/>
              <a:uFillTx/>
              <a:latin typeface="IBM Plex Sans"/>
              <a:ea typeface="+mn-ea"/>
              <a:cs typeface="Arial"/>
            </a:endParaRPr>
          </a:p>
        </p:txBody>
      </p:sp>
      <p:sp>
        <p:nvSpPr>
          <p:cNvPr id="64" name="TextBox 63">
            <a:extLst>
              <a:ext uri="{FF2B5EF4-FFF2-40B4-BE49-F238E27FC236}">
                <a16:creationId xmlns:a16="http://schemas.microsoft.com/office/drawing/2014/main" id="{1F7FEF30-F8FE-2338-B093-2DD5BB2B4F8D}"/>
              </a:ext>
            </a:extLst>
          </p:cNvPr>
          <p:cNvSpPr txBox="1"/>
          <p:nvPr/>
        </p:nvSpPr>
        <p:spPr>
          <a:xfrm>
            <a:off x="304800" y="446381"/>
            <a:ext cx="11506200" cy="451406"/>
          </a:xfrm>
          <a:prstGeom prst="rect">
            <a:avLst/>
          </a:prstGeom>
          <a:noFill/>
        </p:spPr>
        <p:txBody>
          <a:bodyPr wrap="square" lIns="45720" tIns="45720" rIns="45720" bIns="45720" anchor="ctr">
            <a:noAutofit/>
          </a:bodyPr>
          <a:lstStyle/>
          <a:p>
            <a:pPr marL="0" marR="0" lvl="0" indent="0" algn="l" defTabSz="380985" rtl="0" eaLnBrk="1" fontAlgn="auto" latinLnBrk="0" hangingPunct="1">
              <a:lnSpc>
                <a:spcPct val="100000"/>
              </a:lnSpc>
              <a:spcBef>
                <a:spcPts val="0"/>
              </a:spcBef>
              <a:spcAft>
                <a:spcPts val="0"/>
              </a:spcAft>
              <a:buClrTx/>
              <a:buSzTx/>
              <a:buFontTx/>
              <a:buNone/>
              <a:tabLst/>
              <a:defRPr/>
            </a:pPr>
            <a:r>
              <a:rPr kumimoji="0" sz="2200" i="0" u="none" strike="noStrike" kern="1200" cap="none" spc="0" normalizeH="0" baseline="0" noProof="0">
                <a:ln>
                  <a:noFill/>
                </a:ln>
                <a:solidFill>
                  <a:srgbClr val="2A64FF"/>
                </a:solidFill>
                <a:effectLst/>
                <a:uLnTx/>
                <a:uFillTx/>
                <a:latin typeface="IBM Plex Sans" panose="020B0503050203000203" pitchFamily="34" charset="0"/>
                <a:ea typeface="+mn-ea"/>
                <a:cs typeface="+mn-cs"/>
              </a:rPr>
              <a:t>Enterprise AI needs trusted context across the customer’s full data estate</a:t>
            </a:r>
          </a:p>
        </p:txBody>
      </p:sp>
      <p:sp>
        <p:nvSpPr>
          <p:cNvPr id="65" name="Rectangle 64">
            <a:extLst>
              <a:ext uri="{FF2B5EF4-FFF2-40B4-BE49-F238E27FC236}">
                <a16:creationId xmlns:a16="http://schemas.microsoft.com/office/drawing/2014/main" id="{46291071-CBBB-601F-F47A-6333FD52A4A0}"/>
              </a:ext>
            </a:extLst>
          </p:cNvPr>
          <p:cNvSpPr/>
          <p:nvPr/>
        </p:nvSpPr>
        <p:spPr>
          <a:xfrm>
            <a:off x="304800" y="1351226"/>
            <a:ext cx="1524000" cy="723900"/>
          </a:xfrm>
          <a:prstGeom prst="rect">
            <a:avLst/>
          </a:prstGeom>
          <a:solidFill>
            <a:srgbClr val="E8EEFB"/>
          </a:solidFill>
          <a:ln w="12700">
            <a:solidFill>
              <a:srgbClr val="E8EEFB"/>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marL="0" marR="0" lvl="0" indent="0" algn="ctr" defTabSz="380985" rtl="0" eaLnBrk="1" fontAlgn="auto" latinLnBrk="0" hangingPunct="1">
              <a:lnSpc>
                <a:spcPct val="100000"/>
              </a:lnSpc>
              <a:spcBef>
                <a:spcPts val="0"/>
              </a:spcBef>
              <a:spcAft>
                <a:spcPts val="0"/>
              </a:spcAft>
              <a:buClrTx/>
              <a:buSzTx/>
              <a:buFontTx/>
              <a:buNone/>
              <a:tabLst/>
              <a:defRPr/>
            </a:pPr>
            <a:endParaRPr kumimoji="0" sz="1500" b="0" i="0" u="none" strike="noStrike" kern="1200" cap="none" spc="0" normalizeH="0" baseline="0" noProof="0">
              <a:ln>
                <a:noFill/>
              </a:ln>
              <a:solidFill>
                <a:prstClr val="white"/>
              </a:solidFill>
              <a:effectLst/>
              <a:uLnTx/>
              <a:uFillTx/>
              <a:latin typeface="IBM Plex Sans" panose="020B0503050203000203" pitchFamily="34" charset="0"/>
              <a:ea typeface="+mn-ea"/>
              <a:cs typeface="+mn-cs"/>
            </a:endParaRPr>
          </a:p>
        </p:txBody>
      </p:sp>
      <p:sp>
        <p:nvSpPr>
          <p:cNvPr id="66" name="TextBox 65">
            <a:extLst>
              <a:ext uri="{FF2B5EF4-FFF2-40B4-BE49-F238E27FC236}">
                <a16:creationId xmlns:a16="http://schemas.microsoft.com/office/drawing/2014/main" id="{321E797F-4E89-6648-7B2C-540F9FE7D5FA}"/>
              </a:ext>
            </a:extLst>
          </p:cNvPr>
          <p:cNvSpPr txBox="1"/>
          <p:nvPr/>
        </p:nvSpPr>
        <p:spPr>
          <a:xfrm>
            <a:off x="495300" y="1526132"/>
            <a:ext cx="1181100" cy="335989"/>
          </a:xfrm>
          <a:prstGeom prst="rect">
            <a:avLst/>
          </a:prstGeom>
          <a:noFill/>
        </p:spPr>
        <p:txBody>
          <a:bodyPr wrap="square" lIns="45720" tIns="45720" rIns="45720" bIns="45720" anchor="ctr">
            <a:noAutofit/>
          </a:bodyPr>
          <a:lstStyle/>
          <a:p>
            <a:pPr marL="0" marR="0" lvl="0" indent="0" algn="l" defTabSz="380985" rtl="0" eaLnBrk="1" fontAlgn="auto" latinLnBrk="0" hangingPunct="1">
              <a:lnSpc>
                <a:spcPct val="100000"/>
              </a:lnSpc>
              <a:spcBef>
                <a:spcPts val="0"/>
              </a:spcBef>
              <a:spcAft>
                <a:spcPts val="0"/>
              </a:spcAft>
              <a:buClrTx/>
              <a:buSzTx/>
              <a:buFontTx/>
              <a:buNone/>
              <a:tabLst/>
              <a:defRPr/>
            </a:pPr>
            <a:r>
              <a:rPr kumimoji="0" sz="1583" b="1" i="0" u="none" strike="noStrike" kern="1200" cap="none" spc="0" normalizeH="0" baseline="0" noProof="0">
                <a:ln>
                  <a:noFill/>
                </a:ln>
                <a:solidFill>
                  <a:srgbClr val="0D2370"/>
                </a:solidFill>
                <a:effectLst/>
                <a:uLnTx/>
                <a:uFillTx/>
                <a:latin typeface="IBM Plex Sans" panose="020B0503050203000203" pitchFamily="34" charset="0"/>
                <a:ea typeface="+mn-ea"/>
                <a:cs typeface="+mn-cs"/>
              </a:rPr>
              <a:t>Why now</a:t>
            </a:r>
          </a:p>
        </p:txBody>
      </p:sp>
      <p:sp>
        <p:nvSpPr>
          <p:cNvPr id="67" name="Rectangle 66">
            <a:extLst>
              <a:ext uri="{FF2B5EF4-FFF2-40B4-BE49-F238E27FC236}">
                <a16:creationId xmlns:a16="http://schemas.microsoft.com/office/drawing/2014/main" id="{B46F6CDA-0BED-4C9B-8FD8-B656873E50A2}"/>
              </a:ext>
            </a:extLst>
          </p:cNvPr>
          <p:cNvSpPr/>
          <p:nvPr/>
        </p:nvSpPr>
        <p:spPr>
          <a:xfrm>
            <a:off x="1828800" y="1351226"/>
            <a:ext cx="9906000" cy="723900"/>
          </a:xfrm>
          <a:prstGeom prst="rect">
            <a:avLst/>
          </a:prstGeom>
          <a:solidFill>
            <a:srgbClr val="FFFFFF"/>
          </a:solidFill>
          <a:ln w="12700">
            <a:solidFill>
              <a:srgbClr val="C4D2EE"/>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marL="0" marR="0" lvl="0" indent="0" algn="ctr" defTabSz="380985" rtl="0" eaLnBrk="1" fontAlgn="auto" latinLnBrk="0" hangingPunct="1">
              <a:lnSpc>
                <a:spcPct val="100000"/>
              </a:lnSpc>
              <a:spcBef>
                <a:spcPts val="0"/>
              </a:spcBef>
              <a:spcAft>
                <a:spcPts val="0"/>
              </a:spcAft>
              <a:buClrTx/>
              <a:buSzTx/>
              <a:buFontTx/>
              <a:buNone/>
              <a:tabLst/>
              <a:defRPr/>
            </a:pPr>
            <a:endParaRPr kumimoji="0" sz="1500" b="0" i="0" u="none" strike="noStrike" kern="1200" cap="none" spc="0" normalizeH="0" baseline="0" noProof="0">
              <a:ln>
                <a:noFill/>
              </a:ln>
              <a:solidFill>
                <a:prstClr val="white"/>
              </a:solidFill>
              <a:effectLst/>
              <a:uLnTx/>
              <a:uFillTx/>
              <a:latin typeface="IBM Plex Sans" panose="020B0503050203000203" pitchFamily="34" charset="0"/>
              <a:ea typeface="+mn-ea"/>
              <a:cs typeface="+mn-cs"/>
            </a:endParaRPr>
          </a:p>
        </p:txBody>
      </p:sp>
      <p:sp>
        <p:nvSpPr>
          <p:cNvPr id="68" name="TextBox 67">
            <a:extLst>
              <a:ext uri="{FF2B5EF4-FFF2-40B4-BE49-F238E27FC236}">
                <a16:creationId xmlns:a16="http://schemas.microsoft.com/office/drawing/2014/main" id="{3ECB09C7-BDE5-7A54-A983-7240DC4D682D}"/>
              </a:ext>
            </a:extLst>
          </p:cNvPr>
          <p:cNvSpPr txBox="1"/>
          <p:nvPr/>
        </p:nvSpPr>
        <p:spPr>
          <a:xfrm>
            <a:off x="1996440" y="1440136"/>
            <a:ext cx="9563100" cy="523220"/>
          </a:xfrm>
          <a:prstGeom prst="rect">
            <a:avLst/>
          </a:prstGeom>
          <a:noFill/>
        </p:spPr>
        <p:txBody>
          <a:bodyPr wrap="square" lIns="45720" tIns="45720" rIns="45720" bIns="45720" anchor="ctr">
            <a:noAutofit/>
          </a:bodyPr>
          <a:lstStyle/>
          <a:p>
            <a:pPr marL="0" marR="0" lvl="0" indent="0" algn="l" defTabSz="380985"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181818"/>
                </a:solidFill>
                <a:effectLst/>
                <a:uLnTx/>
                <a:uFillTx/>
                <a:latin typeface="IBM Plex Sans" panose="020B0503050203000203" pitchFamily="34" charset="0"/>
                <a:ea typeface="+mn-ea"/>
                <a:cs typeface="+mn-cs"/>
              </a:rPr>
              <a:t>Enterprises have always struggled to make distributed data trusted, usable, and current. AI and agents raise the stakes because those long-standing data issues now show up as business risk: unsafe access, stale context, inaccurate outputs, audit gaps, and uncontrolled cost.</a:t>
            </a:r>
            <a:endParaRPr kumimoji="0" sz="1400" b="0" i="0" u="none" strike="noStrike" kern="1200" cap="none" spc="0" normalizeH="0" baseline="0" noProof="0">
              <a:ln>
                <a:noFill/>
              </a:ln>
              <a:solidFill>
                <a:srgbClr val="181818"/>
              </a:solidFill>
              <a:effectLst/>
              <a:uLnTx/>
              <a:uFillTx/>
              <a:latin typeface="IBM Plex Sans" panose="020B0503050203000203" pitchFamily="34" charset="0"/>
              <a:ea typeface="+mn-ea"/>
              <a:cs typeface="+mn-cs"/>
            </a:endParaRPr>
          </a:p>
        </p:txBody>
      </p:sp>
      <p:sp>
        <p:nvSpPr>
          <p:cNvPr id="69" name="Rectangle 68">
            <a:extLst>
              <a:ext uri="{FF2B5EF4-FFF2-40B4-BE49-F238E27FC236}">
                <a16:creationId xmlns:a16="http://schemas.microsoft.com/office/drawing/2014/main" id="{88AE5676-3DDF-DC8D-69E5-6741F8A90B3B}"/>
              </a:ext>
            </a:extLst>
          </p:cNvPr>
          <p:cNvSpPr/>
          <p:nvPr/>
        </p:nvSpPr>
        <p:spPr>
          <a:xfrm>
            <a:off x="304800" y="2242766"/>
            <a:ext cx="5600700" cy="1714500"/>
          </a:xfrm>
          <a:prstGeom prst="rect">
            <a:avLst/>
          </a:prstGeom>
          <a:solidFill>
            <a:srgbClr val="FFFFFF"/>
          </a:solidFill>
          <a:ln w="15240">
            <a:solidFill>
              <a:srgbClr val="5087E1"/>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marL="0" marR="0" lvl="0" indent="0" algn="ctr" defTabSz="380985" rtl="0" eaLnBrk="1" fontAlgn="auto" latinLnBrk="0" hangingPunct="1">
              <a:lnSpc>
                <a:spcPct val="100000"/>
              </a:lnSpc>
              <a:spcBef>
                <a:spcPts val="0"/>
              </a:spcBef>
              <a:spcAft>
                <a:spcPts val="0"/>
              </a:spcAft>
              <a:buClrTx/>
              <a:buSzTx/>
              <a:buFontTx/>
              <a:buNone/>
              <a:tabLst/>
              <a:defRPr/>
            </a:pPr>
            <a:endParaRPr kumimoji="0" sz="1500" b="0" i="0" u="none" strike="noStrike" kern="1200" cap="none" spc="0" normalizeH="0" baseline="0" noProof="0">
              <a:ln>
                <a:noFill/>
              </a:ln>
              <a:solidFill>
                <a:prstClr val="white"/>
              </a:solidFill>
              <a:effectLst/>
              <a:uLnTx/>
              <a:uFillTx/>
              <a:latin typeface="IBM Plex Sans" panose="020B0503050203000203" pitchFamily="34" charset="0"/>
              <a:ea typeface="+mn-ea"/>
              <a:cs typeface="+mn-cs"/>
            </a:endParaRPr>
          </a:p>
        </p:txBody>
      </p:sp>
      <p:sp>
        <p:nvSpPr>
          <p:cNvPr id="70" name="TextBox 69">
            <a:extLst>
              <a:ext uri="{FF2B5EF4-FFF2-40B4-BE49-F238E27FC236}">
                <a16:creationId xmlns:a16="http://schemas.microsoft.com/office/drawing/2014/main" id="{73B9AC33-2133-5032-0935-76541331B427}"/>
              </a:ext>
            </a:extLst>
          </p:cNvPr>
          <p:cNvSpPr txBox="1"/>
          <p:nvPr/>
        </p:nvSpPr>
        <p:spPr>
          <a:xfrm>
            <a:off x="518160" y="2405416"/>
            <a:ext cx="5181600" cy="348813"/>
          </a:xfrm>
          <a:prstGeom prst="rect">
            <a:avLst/>
          </a:prstGeom>
          <a:noFill/>
        </p:spPr>
        <p:txBody>
          <a:bodyPr wrap="square" lIns="45720" tIns="45720" rIns="45720" bIns="45720" anchor="t">
            <a:noAutofit/>
          </a:bodyPr>
          <a:lstStyle/>
          <a:p>
            <a:pPr marL="0" marR="0" lvl="0" indent="0" algn="l" defTabSz="380985"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0D2370"/>
                </a:solidFill>
                <a:effectLst/>
                <a:uLnTx/>
                <a:uFillTx/>
                <a:latin typeface="IBM Plex Sans" panose="020B0503050203000203" pitchFamily="34" charset="0"/>
                <a:ea typeface="+mn-ea"/>
                <a:cs typeface="+mn-cs"/>
              </a:rPr>
              <a:t>IBM point of view</a:t>
            </a:r>
          </a:p>
        </p:txBody>
      </p:sp>
      <p:sp>
        <p:nvSpPr>
          <p:cNvPr id="71" name="TextBox 70">
            <a:extLst>
              <a:ext uri="{FF2B5EF4-FFF2-40B4-BE49-F238E27FC236}">
                <a16:creationId xmlns:a16="http://schemas.microsoft.com/office/drawing/2014/main" id="{95000A3A-69D9-71DE-83CC-FFD91EF6824B}"/>
              </a:ext>
            </a:extLst>
          </p:cNvPr>
          <p:cNvSpPr txBox="1"/>
          <p:nvPr/>
        </p:nvSpPr>
        <p:spPr>
          <a:xfrm>
            <a:off x="518160" y="2800620"/>
            <a:ext cx="5181600" cy="1092607"/>
          </a:xfrm>
          <a:prstGeom prst="rect">
            <a:avLst/>
          </a:prstGeom>
          <a:noFill/>
        </p:spPr>
        <p:txBody>
          <a:bodyPr wrap="square" lIns="45720" tIns="45720" rIns="45720" bIns="45720" anchor="t">
            <a:noAutofit/>
          </a:bodyPr>
          <a:lstStyle/>
          <a:p>
            <a:pPr marL="0" marR="0" lvl="0" indent="0" algn="l" defTabSz="380985"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181818"/>
                </a:solidFill>
                <a:effectLst/>
                <a:uLnTx/>
                <a:uFillTx/>
                <a:latin typeface="IBM Plex Sans" panose="020B0503050203000203" pitchFamily="34" charset="0"/>
                <a:ea typeface="+mn-ea"/>
                <a:cs typeface="+mn-cs"/>
              </a:rPr>
              <a:t>Customers are not looking to replace every data platform they already use. They need a strategy for putting data to work across the full enterprise data estate, including cloud platforms, lakehouses, warehouses, applications, mainframes, operational systems, documents, and real-time streams.</a:t>
            </a:r>
          </a:p>
        </p:txBody>
      </p:sp>
      <p:sp>
        <p:nvSpPr>
          <p:cNvPr id="72" name="Rectangle 71">
            <a:extLst>
              <a:ext uri="{FF2B5EF4-FFF2-40B4-BE49-F238E27FC236}">
                <a16:creationId xmlns:a16="http://schemas.microsoft.com/office/drawing/2014/main" id="{6844813E-978F-D7A1-DE6E-BE69D6B17005}"/>
              </a:ext>
            </a:extLst>
          </p:cNvPr>
          <p:cNvSpPr/>
          <p:nvPr/>
        </p:nvSpPr>
        <p:spPr>
          <a:xfrm>
            <a:off x="6134100" y="2242766"/>
            <a:ext cx="5600700" cy="1714500"/>
          </a:xfrm>
          <a:prstGeom prst="rect">
            <a:avLst/>
          </a:prstGeom>
          <a:solidFill>
            <a:srgbClr val="FFFFFF"/>
          </a:solidFill>
          <a:ln w="15240">
            <a:solidFill>
              <a:srgbClr val="5087E1"/>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marL="0" marR="0" lvl="0" indent="0" algn="ctr" defTabSz="380985" rtl="0" eaLnBrk="1" fontAlgn="auto" latinLnBrk="0" hangingPunct="1">
              <a:lnSpc>
                <a:spcPct val="100000"/>
              </a:lnSpc>
              <a:spcBef>
                <a:spcPts val="0"/>
              </a:spcBef>
              <a:spcAft>
                <a:spcPts val="0"/>
              </a:spcAft>
              <a:buClrTx/>
              <a:buSzTx/>
              <a:buFontTx/>
              <a:buNone/>
              <a:tabLst/>
              <a:defRPr/>
            </a:pPr>
            <a:endParaRPr kumimoji="0" sz="1500" b="0" i="0" u="none" strike="noStrike" kern="1200" cap="none" spc="0" normalizeH="0" baseline="0" noProof="0">
              <a:ln>
                <a:noFill/>
              </a:ln>
              <a:solidFill>
                <a:prstClr val="white"/>
              </a:solidFill>
              <a:effectLst/>
              <a:uLnTx/>
              <a:uFillTx/>
              <a:latin typeface="IBM Plex Sans" panose="020B0503050203000203" pitchFamily="34" charset="0"/>
              <a:ea typeface="+mn-ea"/>
              <a:cs typeface="+mn-cs"/>
            </a:endParaRPr>
          </a:p>
        </p:txBody>
      </p:sp>
      <p:sp>
        <p:nvSpPr>
          <p:cNvPr id="73" name="TextBox 72">
            <a:extLst>
              <a:ext uri="{FF2B5EF4-FFF2-40B4-BE49-F238E27FC236}">
                <a16:creationId xmlns:a16="http://schemas.microsoft.com/office/drawing/2014/main" id="{94EE842B-5A17-23F7-FAC9-1806C6265126}"/>
              </a:ext>
            </a:extLst>
          </p:cNvPr>
          <p:cNvSpPr txBox="1"/>
          <p:nvPr/>
        </p:nvSpPr>
        <p:spPr>
          <a:xfrm>
            <a:off x="6347460" y="2410406"/>
            <a:ext cx="5181600" cy="348813"/>
          </a:xfrm>
          <a:prstGeom prst="rect">
            <a:avLst/>
          </a:prstGeom>
          <a:noFill/>
        </p:spPr>
        <p:txBody>
          <a:bodyPr wrap="square" lIns="45720" tIns="45720" rIns="45720" bIns="45720" anchor="t">
            <a:noAutofit/>
          </a:bodyPr>
          <a:lstStyle/>
          <a:p>
            <a:pPr marL="0" marR="0" lvl="0" indent="0" algn="l" defTabSz="380985"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0D2370"/>
                </a:solidFill>
                <a:effectLst/>
                <a:uLnTx/>
                <a:uFillTx/>
                <a:latin typeface="IBM Plex Sans" panose="020B0503050203000203" pitchFamily="34" charset="0"/>
                <a:ea typeface="+mn-ea"/>
                <a:cs typeface="+mn-cs"/>
              </a:rPr>
              <a:t>IBM’s role</a:t>
            </a:r>
          </a:p>
        </p:txBody>
      </p:sp>
      <p:sp>
        <p:nvSpPr>
          <p:cNvPr id="74" name="TextBox 73">
            <a:extLst>
              <a:ext uri="{FF2B5EF4-FFF2-40B4-BE49-F238E27FC236}">
                <a16:creationId xmlns:a16="http://schemas.microsoft.com/office/drawing/2014/main" id="{C8F25D30-EB05-0F72-0C19-A19B65E19B65}"/>
              </a:ext>
            </a:extLst>
          </p:cNvPr>
          <p:cNvSpPr txBox="1"/>
          <p:nvPr/>
        </p:nvSpPr>
        <p:spPr>
          <a:xfrm>
            <a:off x="6347460" y="2800620"/>
            <a:ext cx="5181600" cy="692498"/>
          </a:xfrm>
          <a:prstGeom prst="rect">
            <a:avLst/>
          </a:prstGeom>
          <a:noFill/>
        </p:spPr>
        <p:txBody>
          <a:bodyPr wrap="square" lIns="45720" tIns="45720" rIns="45720" bIns="45720" anchor="t">
            <a:noAutofit/>
          </a:bodyPr>
          <a:lstStyle/>
          <a:p>
            <a:pPr marL="0" marR="0" lvl="0" indent="0" algn="l" defTabSz="380985"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181818"/>
                </a:solidFill>
                <a:effectLst/>
                <a:uLnTx/>
                <a:uFillTx/>
                <a:latin typeface="IBM Plex Sans"/>
                <a:ea typeface="+mn-ea"/>
                <a:cs typeface="+mn-cs"/>
              </a:rPr>
              <a:t>IBM connects, governs, optimizes, and makes enterprise data context-aware across the customer’s existing data estate, regardless of where data lives or which platforms they already use.</a:t>
            </a:r>
          </a:p>
        </p:txBody>
      </p:sp>
      <p:sp>
        <p:nvSpPr>
          <p:cNvPr id="75" name="Rectangle 74">
            <a:extLst>
              <a:ext uri="{FF2B5EF4-FFF2-40B4-BE49-F238E27FC236}">
                <a16:creationId xmlns:a16="http://schemas.microsoft.com/office/drawing/2014/main" id="{42C1042D-2954-F519-5D6A-732BEF4E3CA3}"/>
              </a:ext>
            </a:extLst>
          </p:cNvPr>
          <p:cNvSpPr/>
          <p:nvPr/>
        </p:nvSpPr>
        <p:spPr>
          <a:xfrm>
            <a:off x="304800" y="4178246"/>
            <a:ext cx="5600700" cy="1578357"/>
          </a:xfrm>
          <a:prstGeom prst="rect">
            <a:avLst/>
          </a:prstGeom>
          <a:solidFill>
            <a:srgbClr val="FFFFFF"/>
          </a:solidFill>
          <a:ln w="15240">
            <a:solidFill>
              <a:srgbClr val="5087E1"/>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marL="0" marR="0" lvl="0" indent="0" algn="ctr" defTabSz="380985" rtl="0" eaLnBrk="1" fontAlgn="auto" latinLnBrk="0" hangingPunct="1">
              <a:lnSpc>
                <a:spcPct val="100000"/>
              </a:lnSpc>
              <a:spcBef>
                <a:spcPts val="0"/>
              </a:spcBef>
              <a:spcAft>
                <a:spcPts val="0"/>
              </a:spcAft>
              <a:buClrTx/>
              <a:buSzTx/>
              <a:buFontTx/>
              <a:buNone/>
              <a:tabLst/>
              <a:defRPr/>
            </a:pPr>
            <a:endParaRPr kumimoji="0" sz="1500" b="0" i="0" u="none" strike="noStrike" kern="1200" cap="none" spc="0" normalizeH="0" baseline="0" noProof="0">
              <a:ln>
                <a:noFill/>
              </a:ln>
              <a:solidFill>
                <a:prstClr val="white"/>
              </a:solidFill>
              <a:effectLst/>
              <a:uLnTx/>
              <a:uFillTx/>
              <a:latin typeface="IBM Plex Sans" panose="020B0503050203000203" pitchFamily="34" charset="0"/>
              <a:ea typeface="+mn-ea"/>
              <a:cs typeface="+mn-cs"/>
            </a:endParaRPr>
          </a:p>
        </p:txBody>
      </p:sp>
      <p:sp>
        <p:nvSpPr>
          <p:cNvPr id="76" name="TextBox 75">
            <a:extLst>
              <a:ext uri="{FF2B5EF4-FFF2-40B4-BE49-F238E27FC236}">
                <a16:creationId xmlns:a16="http://schemas.microsoft.com/office/drawing/2014/main" id="{BC83AD24-0C8A-E2DD-D659-8320089E7BA3}"/>
              </a:ext>
            </a:extLst>
          </p:cNvPr>
          <p:cNvSpPr txBox="1"/>
          <p:nvPr/>
        </p:nvSpPr>
        <p:spPr>
          <a:xfrm>
            <a:off x="518160" y="4345886"/>
            <a:ext cx="5181600" cy="348813"/>
          </a:xfrm>
          <a:prstGeom prst="rect">
            <a:avLst/>
          </a:prstGeom>
          <a:noFill/>
        </p:spPr>
        <p:txBody>
          <a:bodyPr wrap="square" lIns="45720" tIns="45720" rIns="45720" bIns="45720" anchor="t">
            <a:noAutofit/>
          </a:bodyPr>
          <a:lstStyle/>
          <a:p>
            <a:pPr marL="0" marR="0" lvl="0" indent="0" algn="l" defTabSz="380985"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0D2370"/>
                </a:solidFill>
                <a:effectLst/>
                <a:uLnTx/>
                <a:uFillTx/>
                <a:latin typeface="IBM Plex Sans" panose="020B0503050203000203" pitchFamily="34" charset="0"/>
                <a:ea typeface="+mn-ea"/>
                <a:cs typeface="+mn-cs"/>
              </a:rPr>
              <a:t>Strategic choice</a:t>
            </a:r>
          </a:p>
        </p:txBody>
      </p:sp>
      <p:sp>
        <p:nvSpPr>
          <p:cNvPr id="77" name="TextBox 76">
            <a:extLst>
              <a:ext uri="{FF2B5EF4-FFF2-40B4-BE49-F238E27FC236}">
                <a16:creationId xmlns:a16="http://schemas.microsoft.com/office/drawing/2014/main" id="{87B4B693-5970-4859-E7EF-697195091BFA}"/>
              </a:ext>
            </a:extLst>
          </p:cNvPr>
          <p:cNvSpPr txBox="1"/>
          <p:nvPr/>
        </p:nvSpPr>
        <p:spPr>
          <a:xfrm>
            <a:off x="518160" y="4736100"/>
            <a:ext cx="5181600" cy="892552"/>
          </a:xfrm>
          <a:prstGeom prst="rect">
            <a:avLst/>
          </a:prstGeom>
          <a:noFill/>
        </p:spPr>
        <p:txBody>
          <a:bodyPr wrap="square" lIns="45720" tIns="45720" rIns="45720" bIns="45720" anchor="t">
            <a:noAutofit/>
          </a:bodyPr>
          <a:lstStyle/>
          <a:p>
            <a:pPr marL="0" marR="0" lvl="0" indent="0" algn="l" defTabSz="380985"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a:ln>
                  <a:noFill/>
                </a:ln>
                <a:solidFill>
                  <a:srgbClr val="181818"/>
                </a:solidFill>
                <a:effectLst/>
                <a:uLnTx/>
                <a:uFillTx/>
                <a:latin typeface="IBM Plex Sans" panose="020B0503050203000203" pitchFamily="34" charset="0"/>
                <a:ea typeface="+mn-ea"/>
                <a:cs typeface="+mn-cs"/>
              </a:rPr>
              <a:t>IBM does not need to make the data platform the center of agent building. IBM Data should serve trusted, governed, real-time enterprise context into the agent, app, model, and workflow environments clients choose.</a:t>
            </a:r>
          </a:p>
        </p:txBody>
      </p:sp>
      <p:sp>
        <p:nvSpPr>
          <p:cNvPr id="78" name="Rectangle 77">
            <a:extLst>
              <a:ext uri="{FF2B5EF4-FFF2-40B4-BE49-F238E27FC236}">
                <a16:creationId xmlns:a16="http://schemas.microsoft.com/office/drawing/2014/main" id="{67F8B3C3-CBEB-96B7-68E5-8CB32A0E8472}"/>
              </a:ext>
            </a:extLst>
          </p:cNvPr>
          <p:cNvSpPr/>
          <p:nvPr/>
        </p:nvSpPr>
        <p:spPr>
          <a:xfrm>
            <a:off x="6134100" y="4178246"/>
            <a:ext cx="5600700" cy="1578360"/>
          </a:xfrm>
          <a:prstGeom prst="rect">
            <a:avLst/>
          </a:prstGeom>
          <a:solidFill>
            <a:srgbClr val="FFFFFF"/>
          </a:solidFill>
          <a:ln w="15240">
            <a:solidFill>
              <a:srgbClr val="5087E1"/>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marL="0" marR="0" lvl="0" indent="0" algn="ctr" defTabSz="380985" rtl="0" eaLnBrk="1" fontAlgn="auto" latinLnBrk="0" hangingPunct="1">
              <a:lnSpc>
                <a:spcPct val="100000"/>
              </a:lnSpc>
              <a:spcBef>
                <a:spcPts val="0"/>
              </a:spcBef>
              <a:spcAft>
                <a:spcPts val="0"/>
              </a:spcAft>
              <a:buClrTx/>
              <a:buSzTx/>
              <a:buFontTx/>
              <a:buNone/>
              <a:tabLst/>
              <a:defRPr/>
            </a:pPr>
            <a:endParaRPr kumimoji="0" sz="1500" b="0" i="0" u="none" strike="noStrike" kern="1200" cap="none" spc="0" normalizeH="0" baseline="0" noProof="0">
              <a:ln>
                <a:noFill/>
              </a:ln>
              <a:solidFill>
                <a:prstClr val="white"/>
              </a:solidFill>
              <a:effectLst/>
              <a:uLnTx/>
              <a:uFillTx/>
              <a:latin typeface="IBM Plex Sans" panose="020B0503050203000203" pitchFamily="34" charset="0"/>
              <a:ea typeface="+mn-ea"/>
              <a:cs typeface="+mn-cs"/>
            </a:endParaRPr>
          </a:p>
        </p:txBody>
      </p:sp>
      <p:sp>
        <p:nvSpPr>
          <p:cNvPr id="79" name="TextBox 78">
            <a:extLst>
              <a:ext uri="{FF2B5EF4-FFF2-40B4-BE49-F238E27FC236}">
                <a16:creationId xmlns:a16="http://schemas.microsoft.com/office/drawing/2014/main" id="{9178DC02-B2BB-1BB4-17C6-619A8FB707A8}"/>
              </a:ext>
            </a:extLst>
          </p:cNvPr>
          <p:cNvSpPr txBox="1"/>
          <p:nvPr/>
        </p:nvSpPr>
        <p:spPr>
          <a:xfrm>
            <a:off x="6347460" y="4345886"/>
            <a:ext cx="5181600" cy="348813"/>
          </a:xfrm>
          <a:prstGeom prst="rect">
            <a:avLst/>
          </a:prstGeom>
          <a:noFill/>
        </p:spPr>
        <p:txBody>
          <a:bodyPr wrap="square" lIns="45720" tIns="45720" rIns="45720" bIns="45720" anchor="t">
            <a:noAutofit/>
          </a:bodyPr>
          <a:lstStyle/>
          <a:p>
            <a:pPr marL="0" marR="0" lvl="0" indent="0" algn="l" defTabSz="380985"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0D2370"/>
                </a:solidFill>
                <a:effectLst/>
                <a:uLnTx/>
                <a:uFillTx/>
                <a:latin typeface="IBM Plex Sans" panose="020B0503050203000203" pitchFamily="34" charset="0"/>
                <a:ea typeface="+mn-ea"/>
                <a:cs typeface="+mn-cs"/>
              </a:rPr>
              <a:t>Why IBM wins</a:t>
            </a:r>
          </a:p>
        </p:txBody>
      </p:sp>
      <p:sp>
        <p:nvSpPr>
          <p:cNvPr id="80" name="TextBox 79">
            <a:extLst>
              <a:ext uri="{FF2B5EF4-FFF2-40B4-BE49-F238E27FC236}">
                <a16:creationId xmlns:a16="http://schemas.microsoft.com/office/drawing/2014/main" id="{A59D4E0F-A901-C94A-056C-F8A3C0AEA0A2}"/>
              </a:ext>
            </a:extLst>
          </p:cNvPr>
          <p:cNvSpPr txBox="1"/>
          <p:nvPr/>
        </p:nvSpPr>
        <p:spPr>
          <a:xfrm>
            <a:off x="6347460" y="4736100"/>
            <a:ext cx="5181600" cy="892552"/>
          </a:xfrm>
          <a:prstGeom prst="rect">
            <a:avLst/>
          </a:prstGeom>
          <a:noFill/>
        </p:spPr>
        <p:txBody>
          <a:bodyPr wrap="square" lIns="45720" tIns="45720" rIns="45720" bIns="45720" anchor="t">
            <a:noAutofit/>
          </a:bodyPr>
          <a:lstStyle/>
          <a:p>
            <a:pPr marL="0" marR="0" lvl="0" indent="0" algn="l" defTabSz="380985"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a:ln>
                  <a:noFill/>
                </a:ln>
                <a:solidFill>
                  <a:srgbClr val="181818"/>
                </a:solidFill>
                <a:effectLst/>
                <a:uLnTx/>
                <a:uFillTx/>
                <a:latin typeface="IBM Plex Sans" panose="020B0503050203000203" pitchFamily="34" charset="0"/>
                <a:ea typeface="+mn-ea"/>
                <a:cs typeface="+mn-cs"/>
              </a:rPr>
              <a:t>IBM is built for the hybrid enterprise reality: distributed data, regulated environments, systems of record, open ecosystems, workload choice, and governance across complex enterprise systems.</a:t>
            </a:r>
          </a:p>
        </p:txBody>
      </p:sp>
      <p:sp>
        <p:nvSpPr>
          <p:cNvPr id="81" name="TextBox 80">
            <a:extLst>
              <a:ext uri="{FF2B5EF4-FFF2-40B4-BE49-F238E27FC236}">
                <a16:creationId xmlns:a16="http://schemas.microsoft.com/office/drawing/2014/main" id="{0E5C3611-E7F1-F7CE-75B1-B6D2889C66A0}"/>
              </a:ext>
            </a:extLst>
          </p:cNvPr>
          <p:cNvSpPr txBox="1"/>
          <p:nvPr/>
        </p:nvSpPr>
        <p:spPr>
          <a:xfrm>
            <a:off x="518160" y="5969616"/>
            <a:ext cx="11322572" cy="497573"/>
          </a:xfrm>
          <a:prstGeom prst="rect">
            <a:avLst/>
          </a:prstGeom>
          <a:noFill/>
        </p:spPr>
        <p:txBody>
          <a:bodyPr wrap="square" lIns="45720" tIns="45720" rIns="45720" bIns="45720" anchor="ctr">
            <a:noAutofit/>
          </a:bodyPr>
          <a:lstStyle/>
          <a:p>
            <a:pPr marL="0" marR="0" lvl="0" indent="0" algn="l" defTabSz="380985"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2A64FF"/>
                </a:solidFill>
                <a:effectLst/>
                <a:uLnTx/>
                <a:uFillTx/>
                <a:latin typeface="IBM Plex Sans" panose="020B0503050203000203" pitchFamily="34" charset="0"/>
                <a:ea typeface="+mn-ea"/>
                <a:cs typeface="+mn-cs"/>
              </a:rPr>
              <a:t>Message implication</a:t>
            </a:r>
            <a:r>
              <a:rPr kumimoji="0" sz="1400" b="1" i="0" u="none" strike="noStrike" kern="1200" cap="none" spc="0" normalizeH="0" baseline="0" noProof="0">
                <a:ln>
                  <a:noFill/>
                </a:ln>
                <a:solidFill>
                  <a:srgbClr val="2A64FF"/>
                </a:solidFill>
                <a:effectLst/>
                <a:uLnTx/>
                <a:uFillTx/>
                <a:latin typeface="IBM Plex Sans" panose="020B0503050203000203" pitchFamily="34" charset="0"/>
                <a:ea typeface="+mn-ea"/>
                <a:cs typeface="+mn-cs"/>
              </a:rPr>
              <a:t>: </a:t>
            </a:r>
            <a:r>
              <a:rPr kumimoji="0" sz="1200" b="0" i="1" u="none" strike="noStrike" kern="1200" cap="none" spc="0" normalizeH="0" baseline="0" noProof="0">
                <a:ln>
                  <a:noFill/>
                </a:ln>
                <a:solidFill>
                  <a:srgbClr val="0D2370"/>
                </a:solidFill>
                <a:effectLst/>
                <a:uLnTx/>
                <a:uFillTx/>
                <a:latin typeface="IBM Plex Sans" panose="020B0503050203000203" pitchFamily="34" charset="0"/>
                <a:ea typeface="+mn-ea"/>
                <a:cs typeface="+mn-cs"/>
              </a:rPr>
              <a:t>position IBM as the open, governed, hybrid data layer that helps customers activate trusted context across their full enterprise estate.</a:t>
            </a:r>
            <a:endParaRPr kumimoji="0" sz="1400" b="0" i="1" u="none" strike="noStrike" kern="1200" cap="none" spc="0" normalizeH="0" baseline="0" noProof="0">
              <a:ln>
                <a:noFill/>
              </a:ln>
              <a:solidFill>
                <a:srgbClr val="0D2370"/>
              </a:solidFill>
              <a:effectLst/>
              <a:uLnTx/>
              <a:uFillTx/>
              <a:latin typeface="IBM Plex Sans" panose="020B0503050203000203" pitchFamily="34" charset="0"/>
              <a:ea typeface="+mn-ea"/>
              <a:cs typeface="+mn-cs"/>
            </a:endParaRPr>
          </a:p>
        </p:txBody>
      </p:sp>
      <p:sp>
        <p:nvSpPr>
          <p:cNvPr id="82" name="Shape 28">
            <a:extLst>
              <a:ext uri="{FF2B5EF4-FFF2-40B4-BE49-F238E27FC236}">
                <a16:creationId xmlns:a16="http://schemas.microsoft.com/office/drawing/2014/main" id="{2F3B3776-A7CB-7FFB-BD5D-916E11D7551C}"/>
              </a:ext>
            </a:extLst>
          </p:cNvPr>
          <p:cNvSpPr/>
          <p:nvPr/>
        </p:nvSpPr>
        <p:spPr>
          <a:xfrm>
            <a:off x="320792" y="6467189"/>
            <a:ext cx="11519940" cy="0"/>
          </a:xfrm>
          <a:prstGeom prst="line">
            <a:avLst/>
          </a:prstGeom>
          <a:noFill/>
          <a:ln w="12700">
            <a:solidFill>
              <a:srgbClr val="D0D0D0"/>
            </a:solidFill>
            <a:prstDash val="solid"/>
          </a:ln>
        </p:spPr>
        <p:txBody>
          <a:bodyPr>
            <a:noAutofit/>
          </a:bodyPr>
          <a:lstStyle/>
          <a:p>
            <a:pPr marL="0" marR="0" lvl="0" indent="0" algn="l" defTabSz="914217"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IBM Plex Sans" panose="020B0503050203000203" pitchFamily="34" charset="0"/>
              <a:ea typeface="+mn-ea"/>
              <a:cs typeface="+mn-cs"/>
            </a:endParaRPr>
          </a:p>
        </p:txBody>
      </p:sp>
      <p:sp>
        <p:nvSpPr>
          <p:cNvPr id="83" name="Shape 28">
            <a:extLst>
              <a:ext uri="{FF2B5EF4-FFF2-40B4-BE49-F238E27FC236}">
                <a16:creationId xmlns:a16="http://schemas.microsoft.com/office/drawing/2014/main" id="{EBF3F2BB-454F-075D-E907-A561A84C7383}"/>
              </a:ext>
            </a:extLst>
          </p:cNvPr>
          <p:cNvSpPr/>
          <p:nvPr/>
        </p:nvSpPr>
        <p:spPr>
          <a:xfrm>
            <a:off x="320792" y="5969616"/>
            <a:ext cx="11519940" cy="0"/>
          </a:xfrm>
          <a:prstGeom prst="line">
            <a:avLst/>
          </a:prstGeom>
          <a:noFill/>
          <a:ln/>
        </p:spPr>
        <p:txBody>
          <a:bodyPr wrap="square" lIns="0" tIns="0" rIns="0" bIns="0" rtlCol="0" anchor="ctr"/>
          <a:lstStyle/>
          <a:p>
            <a:endParaRPr lang="en-US" sz="1200" b="1">
              <a:solidFill>
                <a:srgbClr val="0F62FE"/>
              </a:solidFill>
              <a:latin typeface="IBM Plex Sans" panose="020B0503050203000203" pitchFamily="34" charset="0"/>
            </a:endParaRPr>
          </a:p>
        </p:txBody>
      </p:sp>
      <p:sp>
        <p:nvSpPr>
          <p:cNvPr id="84" name="Text 3">
            <a:extLst>
              <a:ext uri="{FF2B5EF4-FFF2-40B4-BE49-F238E27FC236}">
                <a16:creationId xmlns:a16="http://schemas.microsoft.com/office/drawing/2014/main" id="{2351E53F-B9D0-5E65-062F-995C0207146E}"/>
              </a:ext>
            </a:extLst>
          </p:cNvPr>
          <p:cNvSpPr/>
          <p:nvPr/>
        </p:nvSpPr>
        <p:spPr>
          <a:xfrm>
            <a:off x="381000" y="854071"/>
            <a:ext cx="11148060" cy="247324"/>
          </a:xfrm>
          <a:prstGeom prst="rect">
            <a:avLst/>
          </a:prstGeom>
          <a:noFill/>
          <a:ln/>
        </p:spPr>
        <p:txBody>
          <a:bodyPr wrap="square" lIns="254" tIns="254" rIns="254" bIns="254" rtlCol="0" anchor="t">
            <a:noAutofit/>
          </a:bodyPr>
          <a:lstStyle/>
          <a:p>
            <a:pPr lvl="0"/>
            <a:r>
              <a:rPr kumimoji="0" lang="en-US" sz="1200" b="0" i="0" u="none" strike="noStrike" kern="1200" cap="none" spc="0" normalizeH="0" baseline="0" noProof="0">
                <a:ln>
                  <a:noFill/>
                </a:ln>
                <a:solidFill>
                  <a:prstClr val="white">
                    <a:lumMod val="50000"/>
                  </a:prstClr>
                </a:solidFill>
                <a:effectLst/>
                <a:uLnTx/>
                <a:uFillTx/>
                <a:latin typeface="IBM Plex Sans" panose="020B0503050203000203" pitchFamily="34" charset="0"/>
                <a:ea typeface="Arial" pitchFamily="34" charset="-122"/>
                <a:cs typeface="Arial" pitchFamily="34" charset="-120"/>
              </a:rPr>
              <a:t>A point of view on why </a:t>
            </a:r>
            <a:r>
              <a:rPr lang="en-US" sz="1200">
                <a:solidFill>
                  <a:srgbClr val="FF0000"/>
                </a:solidFill>
                <a:latin typeface="IBM Plex Sans"/>
                <a:ea typeface="Arial" pitchFamily="34" charset="-122"/>
                <a:cs typeface="Arial"/>
              </a:rPr>
              <a:t>watsonx.data</a:t>
            </a:r>
            <a:r>
              <a:rPr lang="en-US" sz="1200">
                <a:solidFill>
                  <a:srgbClr val="1F1F1F"/>
                </a:solidFill>
                <a:latin typeface="IBM Plex Sans"/>
                <a:ea typeface="Arial" pitchFamily="34" charset="-122"/>
                <a:cs typeface="Arial"/>
              </a:rPr>
              <a:t>/</a:t>
            </a:r>
            <a:r>
              <a:rPr lang="en-US" sz="1200">
                <a:solidFill>
                  <a:srgbClr val="FF0000"/>
                </a:solidFill>
                <a:latin typeface="IBM Plex Sans"/>
                <a:ea typeface="Arial" pitchFamily="34" charset="-122"/>
                <a:cs typeface="Arial"/>
              </a:rPr>
              <a:t>IBM Data/TBD  </a:t>
            </a:r>
            <a:r>
              <a:rPr kumimoji="0" lang="en-US" sz="1200" b="0" i="0" u="none" strike="noStrike" kern="1200" cap="none" spc="0" normalizeH="0" baseline="0" noProof="0">
                <a:ln>
                  <a:noFill/>
                </a:ln>
                <a:solidFill>
                  <a:prstClr val="white">
                    <a:lumMod val="50000"/>
                  </a:prstClr>
                </a:solidFill>
                <a:effectLst/>
                <a:uLnTx/>
                <a:uFillTx/>
                <a:latin typeface="IBM Plex Sans" panose="020B0503050203000203" pitchFamily="34" charset="0"/>
                <a:ea typeface="Arial" pitchFamily="34" charset="-122"/>
                <a:cs typeface="Arial" pitchFamily="34" charset="-120"/>
              </a:rPr>
              <a:t>is the open, governed data activation across the hybrid enterprise, built for choice, control, and deployment freedom</a:t>
            </a:r>
            <a:endParaRPr kumimoji="0" lang="en-US" sz="1200" b="0" i="0" u="none" strike="noStrike" kern="1200" cap="none" spc="0" normalizeH="0" baseline="0" noProof="0">
              <a:ln>
                <a:noFill/>
              </a:ln>
              <a:solidFill>
                <a:prstClr val="white">
                  <a:lumMod val="50000"/>
                </a:prstClr>
              </a:solidFill>
              <a:effectLst/>
              <a:uLnTx/>
              <a:uFillTx/>
              <a:latin typeface="IBM Plex Sans" panose="020B0503050203000203" pitchFamily="34" charset="0"/>
              <a:ea typeface="+mn-ea"/>
              <a:cs typeface="+mn-cs"/>
            </a:endParaRPr>
          </a:p>
        </p:txBody>
      </p:sp>
      <p:sp>
        <p:nvSpPr>
          <p:cNvPr id="2" name="Text 1">
            <a:extLst>
              <a:ext uri="{FF2B5EF4-FFF2-40B4-BE49-F238E27FC236}">
                <a16:creationId xmlns:a16="http://schemas.microsoft.com/office/drawing/2014/main" id="{B0BB4840-6416-E04D-6B92-BF453E8199AA}"/>
              </a:ext>
            </a:extLst>
          </p:cNvPr>
          <p:cNvSpPr/>
          <p:nvPr/>
        </p:nvSpPr>
        <p:spPr>
          <a:xfrm>
            <a:off x="9013372" y="144505"/>
            <a:ext cx="3051990" cy="127937"/>
          </a:xfrm>
          <a:prstGeom prst="rect">
            <a:avLst/>
          </a:prstGeom>
          <a:noFill/>
          <a:ln/>
        </p:spPr>
        <p:txBody>
          <a:bodyPr wrap="square" lIns="0" tIns="0" rIns="0" bIns="0" rtlCol="0" anchor="ctr"/>
          <a:lstStyle/>
          <a:p>
            <a:pPr>
              <a:defRPr/>
            </a:pPr>
            <a:r>
              <a:rPr lang="en-US" sz="1200">
                <a:solidFill>
                  <a:prstClr val="black"/>
                </a:solidFill>
                <a:highlight>
                  <a:srgbClr val="FFFF00"/>
                </a:highlight>
                <a:latin typeface="IBM Plex Sans" panose="020B0503050203000203" pitchFamily="34" charset="0"/>
                <a:ea typeface="Arial" pitchFamily="34" charset="-122"/>
                <a:cs typeface="Arial" pitchFamily="34" charset="-120"/>
              </a:rPr>
              <a:t>More context for you. No feedback required</a:t>
            </a:r>
            <a:endParaRPr lang="en-US" sz="1200">
              <a:solidFill>
                <a:prstClr val="black"/>
              </a:solidFill>
              <a:highlight>
                <a:srgbClr val="FFFF00"/>
              </a:highlight>
              <a:latin typeface="IBM Plex Sans" panose="020B0503050203000203" pitchFamily="34" charset="0"/>
              <a:cs typeface="Arial"/>
            </a:endParaRPr>
          </a:p>
        </p:txBody>
      </p:sp>
    </p:spTree>
    <p:extLst>
      <p:ext uri="{BB962C8B-B14F-4D97-AF65-F5344CB8AC3E}">
        <p14:creationId xmlns:p14="http://schemas.microsoft.com/office/powerpoint/2010/main" val="4997301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C7642-2355-C419-B184-B18A7AB5013E}"/>
            </a:ext>
          </a:extLst>
        </p:cNvPr>
        <p:cNvGrpSpPr/>
        <p:nvPr/>
      </p:nvGrpSpPr>
      <p:grpSpPr>
        <a:xfrm>
          <a:off x="0" y="0"/>
          <a:ext cx="0" cy="0"/>
          <a:chOff x="0" y="0"/>
          <a:chExt cx="0" cy="0"/>
        </a:xfrm>
      </p:grpSpPr>
      <p:sp>
        <p:nvSpPr>
          <p:cNvPr id="34" name="Text 1">
            <a:extLst>
              <a:ext uri="{FF2B5EF4-FFF2-40B4-BE49-F238E27FC236}">
                <a16:creationId xmlns:a16="http://schemas.microsoft.com/office/drawing/2014/main" id="{62B23EF3-C057-4D89-F04B-1E4CA05C73BE}"/>
              </a:ext>
            </a:extLst>
          </p:cNvPr>
          <p:cNvSpPr/>
          <p:nvPr/>
        </p:nvSpPr>
        <p:spPr>
          <a:xfrm>
            <a:off x="229364" y="64446"/>
            <a:ext cx="8502813" cy="22857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IBM Plex Sans"/>
                <a:ea typeface="Arial" pitchFamily="34" charset="-122"/>
                <a:cs typeface="Arial" pitchFamily="34" charset="-120"/>
              </a:rPr>
              <a:t>IBM Data Positioning &amp; Messaging – Seller facing 1-pager</a:t>
            </a:r>
            <a:endParaRPr kumimoji="0" lang="en-US" sz="1400" b="0" i="0" u="none" strike="noStrike" kern="1200" cap="none" spc="0" normalizeH="0" baseline="0" noProof="0">
              <a:ln>
                <a:noFill/>
              </a:ln>
              <a:solidFill>
                <a:prstClr val="black"/>
              </a:solidFill>
              <a:effectLst/>
              <a:uLnTx/>
              <a:uFillTx/>
              <a:latin typeface="IBM Plex Sans"/>
              <a:ea typeface="+mn-ea"/>
              <a:cs typeface="Arial"/>
            </a:endParaRPr>
          </a:p>
        </p:txBody>
      </p:sp>
      <p:sp>
        <p:nvSpPr>
          <p:cNvPr id="9" name="Text 5">
            <a:extLst>
              <a:ext uri="{FF2B5EF4-FFF2-40B4-BE49-F238E27FC236}">
                <a16:creationId xmlns:a16="http://schemas.microsoft.com/office/drawing/2014/main" id="{788D6CE5-3A61-A3A4-F9BE-F47457E2EDAF}"/>
              </a:ext>
            </a:extLst>
          </p:cNvPr>
          <p:cNvSpPr/>
          <p:nvPr/>
        </p:nvSpPr>
        <p:spPr>
          <a:xfrm>
            <a:off x="329184" y="2551811"/>
            <a:ext cx="2103120" cy="182880"/>
          </a:xfrm>
          <a:prstGeom prst="rect">
            <a:avLst/>
          </a:prstGeom>
          <a:noFill/>
          <a:ln/>
        </p:spPr>
        <p:txBody>
          <a:bodyPr wrap="square" lIns="0" tIns="0" rIns="0" bIns="0" rtlCol="0" anchor="ctr">
            <a:noAutofit/>
          </a:bodyPr>
          <a:lstStyle/>
          <a:p>
            <a:pPr marL="0" indent="0">
              <a:buNone/>
            </a:pPr>
            <a:r>
              <a:rPr lang="en-US" sz="1150" b="1">
                <a:solidFill>
                  <a:srgbClr val="0F62FE"/>
                </a:solidFill>
                <a:latin typeface="IBM Plex Sans" panose="020B0503050203000203" pitchFamily="34" charset="0"/>
              </a:rPr>
              <a:t>PRIMARY GTM MOTIONS</a:t>
            </a:r>
            <a:endParaRPr lang="en-US" sz="1150">
              <a:latin typeface="IBM Plex Sans" panose="020B0503050203000203" pitchFamily="34" charset="0"/>
            </a:endParaRPr>
          </a:p>
        </p:txBody>
      </p:sp>
      <p:sp>
        <p:nvSpPr>
          <p:cNvPr id="13" name="Shape 6">
            <a:extLst>
              <a:ext uri="{FF2B5EF4-FFF2-40B4-BE49-F238E27FC236}">
                <a16:creationId xmlns:a16="http://schemas.microsoft.com/office/drawing/2014/main" id="{F6ACBE50-8A46-5BF1-020F-034E8B602F63}"/>
              </a:ext>
            </a:extLst>
          </p:cNvPr>
          <p:cNvSpPr/>
          <p:nvPr/>
        </p:nvSpPr>
        <p:spPr>
          <a:xfrm>
            <a:off x="329184" y="2807843"/>
            <a:ext cx="2761488" cy="2788920"/>
          </a:xfrm>
          <a:prstGeom prst="rect">
            <a:avLst/>
          </a:prstGeom>
          <a:solidFill>
            <a:srgbClr val="FFFFFF"/>
          </a:solidFill>
          <a:ln w="12700">
            <a:solidFill>
              <a:srgbClr val="D7DEE8"/>
            </a:solidFill>
            <a:prstDash val="solid"/>
          </a:ln>
        </p:spPr>
        <p:txBody>
          <a:bodyPr>
            <a:noAutofit/>
          </a:bodyPr>
          <a:lstStyle/>
          <a:p>
            <a:endParaRPr lang="en-US">
              <a:latin typeface="IBM Plex Sans" panose="020B0503050203000203" pitchFamily="34" charset="0"/>
            </a:endParaRPr>
          </a:p>
        </p:txBody>
      </p:sp>
      <p:sp>
        <p:nvSpPr>
          <p:cNvPr id="17" name="Text 7">
            <a:extLst>
              <a:ext uri="{FF2B5EF4-FFF2-40B4-BE49-F238E27FC236}">
                <a16:creationId xmlns:a16="http://schemas.microsoft.com/office/drawing/2014/main" id="{A42410FE-CC92-0441-1720-80CB9AD3C374}"/>
              </a:ext>
            </a:extLst>
          </p:cNvPr>
          <p:cNvSpPr/>
          <p:nvPr/>
        </p:nvSpPr>
        <p:spPr>
          <a:xfrm>
            <a:off x="370477" y="2978829"/>
            <a:ext cx="2778252" cy="457200"/>
          </a:xfrm>
          <a:prstGeom prst="rect">
            <a:avLst/>
          </a:prstGeom>
          <a:noFill/>
          <a:ln/>
        </p:spPr>
        <p:txBody>
          <a:bodyPr wrap="square" lIns="0" tIns="0" rIns="0" bIns="0" rtlCol="0" anchor="t">
            <a:noAutofit/>
          </a:bodyPr>
          <a:lstStyle/>
          <a:p>
            <a:r>
              <a:rPr lang="en-US" sz="1550" b="1">
                <a:solidFill>
                  <a:srgbClr val="0F62FE"/>
                </a:solidFill>
                <a:latin typeface="IBM Plex Sans"/>
              </a:rPr>
              <a:t>Engineer trusted data for workloads, anywhere</a:t>
            </a:r>
          </a:p>
        </p:txBody>
      </p:sp>
      <p:sp>
        <p:nvSpPr>
          <p:cNvPr id="21" name="Text 8">
            <a:extLst>
              <a:ext uri="{FF2B5EF4-FFF2-40B4-BE49-F238E27FC236}">
                <a16:creationId xmlns:a16="http://schemas.microsoft.com/office/drawing/2014/main" id="{9B1103D7-CF05-C394-BFA7-61CFB733B656}"/>
              </a:ext>
            </a:extLst>
          </p:cNvPr>
          <p:cNvSpPr/>
          <p:nvPr/>
        </p:nvSpPr>
        <p:spPr>
          <a:xfrm>
            <a:off x="406690" y="3616996"/>
            <a:ext cx="2441448" cy="1783080"/>
          </a:xfrm>
          <a:prstGeom prst="rect">
            <a:avLst/>
          </a:prstGeom>
          <a:noFill/>
          <a:ln/>
        </p:spPr>
        <p:txBody>
          <a:bodyPr wrap="square" lIns="0" tIns="0" rIns="0" bIns="0" rtlCol="0" anchor="t">
            <a:noAutofit/>
          </a:bodyPr>
          <a:lstStyle/>
          <a:p>
            <a:r>
              <a:rPr lang="en-US" sz="1400">
                <a:solidFill>
                  <a:srgbClr val="1F1F1F"/>
                </a:solidFill>
                <a:latin typeface="IBM Plex Sans"/>
              </a:rPr>
              <a:t>Move beyond traditional pipeline creation with AI-assisted orchestration, intelligent execution, and operational management that simplify data engineering without locking you into a single platform. </a:t>
            </a:r>
          </a:p>
        </p:txBody>
      </p:sp>
      <p:sp>
        <p:nvSpPr>
          <p:cNvPr id="25" name="Shape 9">
            <a:extLst>
              <a:ext uri="{FF2B5EF4-FFF2-40B4-BE49-F238E27FC236}">
                <a16:creationId xmlns:a16="http://schemas.microsoft.com/office/drawing/2014/main" id="{DAD59F2C-EE7B-C156-AAFC-BD0071D0DCE1}"/>
              </a:ext>
            </a:extLst>
          </p:cNvPr>
          <p:cNvSpPr/>
          <p:nvPr/>
        </p:nvSpPr>
        <p:spPr>
          <a:xfrm>
            <a:off x="3255264" y="2807843"/>
            <a:ext cx="2761488" cy="2788920"/>
          </a:xfrm>
          <a:prstGeom prst="rect">
            <a:avLst/>
          </a:prstGeom>
          <a:solidFill>
            <a:srgbClr val="FFFFFF"/>
          </a:solidFill>
          <a:ln w="12700">
            <a:solidFill>
              <a:srgbClr val="D7DEE8"/>
            </a:solidFill>
            <a:prstDash val="solid"/>
          </a:ln>
        </p:spPr>
        <p:txBody>
          <a:bodyPr>
            <a:noAutofit/>
          </a:bodyPr>
          <a:lstStyle/>
          <a:p>
            <a:endParaRPr lang="en-US">
              <a:latin typeface="IBM Plex Sans" panose="020B0503050203000203" pitchFamily="34" charset="0"/>
            </a:endParaRPr>
          </a:p>
        </p:txBody>
      </p:sp>
      <p:sp>
        <p:nvSpPr>
          <p:cNvPr id="33" name="Text 10">
            <a:extLst>
              <a:ext uri="{FF2B5EF4-FFF2-40B4-BE49-F238E27FC236}">
                <a16:creationId xmlns:a16="http://schemas.microsoft.com/office/drawing/2014/main" id="{1B9B63B2-9927-445F-7FF2-2A99C7973EFE}"/>
              </a:ext>
            </a:extLst>
          </p:cNvPr>
          <p:cNvSpPr/>
          <p:nvPr/>
        </p:nvSpPr>
        <p:spPr>
          <a:xfrm>
            <a:off x="3419856" y="2956804"/>
            <a:ext cx="2441448" cy="457200"/>
          </a:xfrm>
          <a:prstGeom prst="rect">
            <a:avLst/>
          </a:prstGeom>
          <a:noFill/>
          <a:ln/>
        </p:spPr>
        <p:txBody>
          <a:bodyPr wrap="square" lIns="0" tIns="0" rIns="0" bIns="0" rtlCol="0" anchor="t">
            <a:noAutofit/>
          </a:bodyPr>
          <a:lstStyle/>
          <a:p>
            <a:r>
              <a:rPr lang="en-US" sz="1550" b="1">
                <a:solidFill>
                  <a:srgbClr val="0F62FE"/>
                </a:solidFill>
                <a:latin typeface="IBM Plex Sans"/>
              </a:rPr>
              <a:t>Build responsible AI with governed data</a:t>
            </a:r>
          </a:p>
        </p:txBody>
      </p:sp>
      <p:sp>
        <p:nvSpPr>
          <p:cNvPr id="35" name="Text 11">
            <a:extLst>
              <a:ext uri="{FF2B5EF4-FFF2-40B4-BE49-F238E27FC236}">
                <a16:creationId xmlns:a16="http://schemas.microsoft.com/office/drawing/2014/main" id="{BFD72E30-7368-C5AB-55B5-D28EBF313889}"/>
              </a:ext>
            </a:extLst>
          </p:cNvPr>
          <p:cNvSpPr/>
          <p:nvPr/>
        </p:nvSpPr>
        <p:spPr>
          <a:xfrm>
            <a:off x="3419856" y="3587967"/>
            <a:ext cx="2441448" cy="1783080"/>
          </a:xfrm>
          <a:prstGeom prst="rect">
            <a:avLst/>
          </a:prstGeom>
          <a:noFill/>
          <a:ln/>
        </p:spPr>
        <p:txBody>
          <a:bodyPr wrap="square" lIns="0" tIns="0" rIns="0" bIns="0" rtlCol="0" anchor="t">
            <a:noAutofit/>
          </a:bodyPr>
          <a:lstStyle/>
          <a:p>
            <a:r>
              <a:rPr lang="en-US" sz="1400">
                <a:solidFill>
                  <a:srgbClr val="1F1F1F"/>
                </a:solidFill>
                <a:latin typeface="IBM Plex Sans"/>
              </a:rPr>
              <a:t>Operate on a trusted foundation for AI and analytics with governance, lineage, quality, and policy controls wherever the data resides.</a:t>
            </a:r>
            <a:endParaRPr lang="en-US" sz="1400">
              <a:latin typeface="IBM Plex Sans"/>
            </a:endParaRPr>
          </a:p>
        </p:txBody>
      </p:sp>
      <p:sp>
        <p:nvSpPr>
          <p:cNvPr id="36" name="Shape 12">
            <a:extLst>
              <a:ext uri="{FF2B5EF4-FFF2-40B4-BE49-F238E27FC236}">
                <a16:creationId xmlns:a16="http://schemas.microsoft.com/office/drawing/2014/main" id="{A1650CC9-A23F-1238-766B-AD8E19E77BC6}"/>
              </a:ext>
            </a:extLst>
          </p:cNvPr>
          <p:cNvSpPr/>
          <p:nvPr/>
        </p:nvSpPr>
        <p:spPr>
          <a:xfrm>
            <a:off x="6181344" y="2807843"/>
            <a:ext cx="2761488" cy="2788920"/>
          </a:xfrm>
          <a:prstGeom prst="rect">
            <a:avLst/>
          </a:prstGeom>
          <a:solidFill>
            <a:srgbClr val="FFFFFF"/>
          </a:solidFill>
          <a:ln w="12700">
            <a:solidFill>
              <a:srgbClr val="D7DEE8"/>
            </a:solidFill>
            <a:prstDash val="solid"/>
          </a:ln>
        </p:spPr>
        <p:txBody>
          <a:bodyPr>
            <a:noAutofit/>
          </a:bodyPr>
          <a:lstStyle/>
          <a:p>
            <a:endParaRPr lang="en-US">
              <a:latin typeface="IBM Plex Sans" panose="020B0503050203000203" pitchFamily="34" charset="0"/>
            </a:endParaRPr>
          </a:p>
        </p:txBody>
      </p:sp>
      <p:sp>
        <p:nvSpPr>
          <p:cNvPr id="37" name="Text 13">
            <a:extLst>
              <a:ext uri="{FF2B5EF4-FFF2-40B4-BE49-F238E27FC236}">
                <a16:creationId xmlns:a16="http://schemas.microsoft.com/office/drawing/2014/main" id="{AB49E6FA-774E-D384-B2E6-A01CC6984A08}"/>
              </a:ext>
            </a:extLst>
          </p:cNvPr>
          <p:cNvSpPr/>
          <p:nvPr/>
        </p:nvSpPr>
        <p:spPr>
          <a:xfrm>
            <a:off x="6345936" y="2956804"/>
            <a:ext cx="2441448" cy="457200"/>
          </a:xfrm>
          <a:prstGeom prst="rect">
            <a:avLst/>
          </a:prstGeom>
          <a:noFill/>
          <a:ln/>
        </p:spPr>
        <p:txBody>
          <a:bodyPr wrap="square" lIns="0" tIns="0" rIns="0" bIns="0" rtlCol="0" anchor="t">
            <a:noAutofit/>
          </a:bodyPr>
          <a:lstStyle/>
          <a:p>
            <a:r>
              <a:rPr lang="en-US" sz="1550" b="1">
                <a:solidFill>
                  <a:srgbClr val="0F62FE"/>
                </a:solidFill>
                <a:latin typeface="IBM Plex Sans"/>
              </a:rPr>
              <a:t>Improve AI decisions with real-time context</a:t>
            </a:r>
            <a:endParaRPr lang="en-US"/>
          </a:p>
        </p:txBody>
      </p:sp>
      <p:sp>
        <p:nvSpPr>
          <p:cNvPr id="38" name="Text 14">
            <a:extLst>
              <a:ext uri="{FF2B5EF4-FFF2-40B4-BE49-F238E27FC236}">
                <a16:creationId xmlns:a16="http://schemas.microsoft.com/office/drawing/2014/main" id="{460EE459-F797-630D-C3FC-6184BA41CD1B}"/>
              </a:ext>
            </a:extLst>
          </p:cNvPr>
          <p:cNvSpPr/>
          <p:nvPr/>
        </p:nvSpPr>
        <p:spPr>
          <a:xfrm>
            <a:off x="6345936" y="3587967"/>
            <a:ext cx="2441448" cy="1783080"/>
          </a:xfrm>
          <a:prstGeom prst="rect">
            <a:avLst/>
          </a:prstGeom>
          <a:noFill/>
          <a:ln/>
        </p:spPr>
        <p:txBody>
          <a:bodyPr wrap="square" lIns="0" tIns="0" rIns="0" bIns="0" rtlCol="0" anchor="t">
            <a:noAutofit/>
          </a:bodyPr>
          <a:lstStyle/>
          <a:p>
            <a:r>
              <a:rPr lang="en-US" sz="1400">
                <a:solidFill>
                  <a:srgbClr val="1F1F1F"/>
                </a:solidFill>
                <a:latin typeface="IBM Plex Sans"/>
              </a:rPr>
              <a:t>Improve AI accuracy, relevance, and trust by delivering current business context that explains what data means, how it relates, and which sources to trust.</a:t>
            </a:r>
            <a:endParaRPr lang="en-US">
              <a:cs typeface="Arial"/>
            </a:endParaRPr>
          </a:p>
        </p:txBody>
      </p:sp>
      <p:sp>
        <p:nvSpPr>
          <p:cNvPr id="39" name="Shape 15">
            <a:extLst>
              <a:ext uri="{FF2B5EF4-FFF2-40B4-BE49-F238E27FC236}">
                <a16:creationId xmlns:a16="http://schemas.microsoft.com/office/drawing/2014/main" id="{6658DF84-114B-D89D-143F-5C1D86781742}"/>
              </a:ext>
            </a:extLst>
          </p:cNvPr>
          <p:cNvSpPr/>
          <p:nvPr/>
        </p:nvSpPr>
        <p:spPr>
          <a:xfrm>
            <a:off x="9107424" y="2807843"/>
            <a:ext cx="2761488" cy="2788920"/>
          </a:xfrm>
          <a:prstGeom prst="rect">
            <a:avLst/>
          </a:prstGeom>
          <a:solidFill>
            <a:srgbClr val="FFFFFF"/>
          </a:solidFill>
          <a:ln w="12700">
            <a:solidFill>
              <a:srgbClr val="D7DEE8"/>
            </a:solidFill>
            <a:prstDash val="solid"/>
          </a:ln>
        </p:spPr>
        <p:txBody>
          <a:bodyPr>
            <a:noAutofit/>
          </a:bodyPr>
          <a:lstStyle/>
          <a:p>
            <a:endParaRPr lang="en-US">
              <a:latin typeface="IBM Plex Sans" panose="020B0503050203000203" pitchFamily="34" charset="0"/>
            </a:endParaRPr>
          </a:p>
        </p:txBody>
      </p:sp>
      <p:sp>
        <p:nvSpPr>
          <p:cNvPr id="40" name="Text 16">
            <a:extLst>
              <a:ext uri="{FF2B5EF4-FFF2-40B4-BE49-F238E27FC236}">
                <a16:creationId xmlns:a16="http://schemas.microsoft.com/office/drawing/2014/main" id="{CD14F26B-8F9D-3180-A9E5-5DA3C4740C0D}"/>
              </a:ext>
            </a:extLst>
          </p:cNvPr>
          <p:cNvSpPr/>
          <p:nvPr/>
        </p:nvSpPr>
        <p:spPr>
          <a:xfrm>
            <a:off x="9272016" y="2956804"/>
            <a:ext cx="2441448" cy="457200"/>
          </a:xfrm>
          <a:prstGeom prst="rect">
            <a:avLst/>
          </a:prstGeom>
          <a:noFill/>
          <a:ln/>
        </p:spPr>
        <p:txBody>
          <a:bodyPr wrap="square" lIns="0" tIns="0" rIns="0" bIns="0" rtlCol="0" anchor="t">
            <a:noAutofit/>
          </a:bodyPr>
          <a:lstStyle/>
          <a:p>
            <a:r>
              <a:rPr lang="en-US" sz="1550" b="1">
                <a:solidFill>
                  <a:srgbClr val="0F62FE"/>
                </a:solidFill>
                <a:latin typeface="IBM Plex Sans"/>
              </a:rPr>
              <a:t>Reduce the cost of modern data workloads</a:t>
            </a:r>
            <a:endParaRPr lang="en-US"/>
          </a:p>
        </p:txBody>
      </p:sp>
      <p:sp>
        <p:nvSpPr>
          <p:cNvPr id="41" name="Text 17">
            <a:extLst>
              <a:ext uri="{FF2B5EF4-FFF2-40B4-BE49-F238E27FC236}">
                <a16:creationId xmlns:a16="http://schemas.microsoft.com/office/drawing/2014/main" id="{1FA93B6B-3ECF-2590-D7FF-683EAF98B483}"/>
              </a:ext>
            </a:extLst>
          </p:cNvPr>
          <p:cNvSpPr/>
          <p:nvPr/>
        </p:nvSpPr>
        <p:spPr>
          <a:xfrm>
            <a:off x="9272016" y="3587967"/>
            <a:ext cx="2441448" cy="1783080"/>
          </a:xfrm>
          <a:prstGeom prst="rect">
            <a:avLst/>
          </a:prstGeom>
          <a:noFill/>
          <a:ln/>
        </p:spPr>
        <p:txBody>
          <a:bodyPr wrap="square" lIns="0" tIns="0" rIns="0" bIns="0" rtlCol="0" anchor="t">
            <a:noAutofit/>
          </a:bodyPr>
          <a:lstStyle/>
          <a:p>
            <a:r>
              <a:rPr lang="en-US" sz="1400">
                <a:solidFill>
                  <a:srgbClr val="1F1F1F"/>
                </a:solidFill>
                <a:latin typeface="IBM Plex Sans"/>
              </a:rPr>
              <a:t>Reduce the cost of analytics while improving performance, with fit-for-purpose engines to meet your specific workload requirements, on your existing data investments.</a:t>
            </a:r>
          </a:p>
        </p:txBody>
      </p:sp>
      <p:sp>
        <p:nvSpPr>
          <p:cNvPr id="42" name="Shape 18">
            <a:extLst>
              <a:ext uri="{FF2B5EF4-FFF2-40B4-BE49-F238E27FC236}">
                <a16:creationId xmlns:a16="http://schemas.microsoft.com/office/drawing/2014/main" id="{24AF09BF-23CA-C775-9F9B-A16CA37372C8}"/>
              </a:ext>
            </a:extLst>
          </p:cNvPr>
          <p:cNvSpPr/>
          <p:nvPr/>
        </p:nvSpPr>
        <p:spPr>
          <a:xfrm>
            <a:off x="329184" y="5807075"/>
            <a:ext cx="11475720" cy="0"/>
          </a:xfrm>
          <a:prstGeom prst="line">
            <a:avLst/>
          </a:prstGeom>
          <a:noFill/>
          <a:ln w="12700">
            <a:solidFill>
              <a:srgbClr val="D8D8D8"/>
            </a:solidFill>
            <a:prstDash val="solid"/>
          </a:ln>
        </p:spPr>
        <p:txBody>
          <a:bodyPr>
            <a:noAutofit/>
          </a:bodyPr>
          <a:lstStyle/>
          <a:p>
            <a:endParaRPr lang="en-US">
              <a:latin typeface="IBM Plex Sans" panose="020B0503050203000203" pitchFamily="34" charset="0"/>
            </a:endParaRPr>
          </a:p>
        </p:txBody>
      </p:sp>
      <p:sp>
        <p:nvSpPr>
          <p:cNvPr id="43" name="Text 19">
            <a:extLst>
              <a:ext uri="{FF2B5EF4-FFF2-40B4-BE49-F238E27FC236}">
                <a16:creationId xmlns:a16="http://schemas.microsoft.com/office/drawing/2014/main" id="{57DC9B31-0559-2F88-5DD4-FF1F68B34F0D}"/>
              </a:ext>
            </a:extLst>
          </p:cNvPr>
          <p:cNvSpPr/>
          <p:nvPr/>
        </p:nvSpPr>
        <p:spPr>
          <a:xfrm>
            <a:off x="475489" y="6084843"/>
            <a:ext cx="438912" cy="384048"/>
          </a:xfrm>
          <a:prstGeom prst="rect">
            <a:avLst/>
          </a:prstGeom>
          <a:noFill/>
          <a:ln/>
        </p:spPr>
        <p:txBody>
          <a:bodyPr wrap="square" lIns="0" tIns="0" rIns="0" bIns="0" rtlCol="0" anchor="ctr">
            <a:noAutofit/>
          </a:bodyPr>
          <a:lstStyle/>
          <a:p>
            <a:pPr marL="0" indent="0">
              <a:buNone/>
            </a:pPr>
            <a:r>
              <a:rPr lang="en-US" sz="1200" b="1">
                <a:solidFill>
                  <a:srgbClr val="2A64FF"/>
                </a:solidFill>
                <a:latin typeface="IBM Plex Sans" panose="020B0503050203000203" pitchFamily="34" charset="0"/>
              </a:rPr>
              <a:t>Why</a:t>
            </a:r>
          </a:p>
          <a:p>
            <a:pPr marL="0" indent="0">
              <a:buNone/>
            </a:pPr>
            <a:r>
              <a:rPr lang="en-US" sz="1200" b="1">
                <a:solidFill>
                  <a:srgbClr val="2A64FF"/>
                </a:solidFill>
                <a:latin typeface="IBM Plex Sans" panose="020B0503050203000203" pitchFamily="34" charset="0"/>
              </a:rPr>
              <a:t>IBM</a:t>
            </a:r>
          </a:p>
        </p:txBody>
      </p:sp>
      <p:sp>
        <p:nvSpPr>
          <p:cNvPr id="44" name="Text 20">
            <a:extLst>
              <a:ext uri="{FF2B5EF4-FFF2-40B4-BE49-F238E27FC236}">
                <a16:creationId xmlns:a16="http://schemas.microsoft.com/office/drawing/2014/main" id="{8C7A3379-FA55-493E-2257-B206C697A795}"/>
              </a:ext>
            </a:extLst>
          </p:cNvPr>
          <p:cNvSpPr/>
          <p:nvPr/>
        </p:nvSpPr>
        <p:spPr>
          <a:xfrm>
            <a:off x="1083679" y="6052514"/>
            <a:ext cx="10629785" cy="484725"/>
          </a:xfrm>
          <a:prstGeom prst="rect">
            <a:avLst/>
          </a:prstGeom>
          <a:noFill/>
          <a:ln/>
        </p:spPr>
        <p:txBody>
          <a:bodyPr wrap="square" lIns="0" tIns="0" rIns="0" bIns="0" rtlCol="0" anchor="ctr">
            <a:noAutofit/>
          </a:bodyPr>
          <a:lstStyle/>
          <a:p>
            <a:r>
              <a:rPr lang="en-US" sz="1200" i="1">
                <a:solidFill>
                  <a:srgbClr val="0F62FE"/>
                </a:solidFill>
                <a:latin typeface="IBM Plex Sans" panose="020B0503050203000203" pitchFamily="34" charset="0"/>
              </a:rPr>
              <a:t>Bring an open, governed layer across your data estate that extends existing platforms, governs trusted data and context, and optimizes workloads with choice, control, and deployment freedom.</a:t>
            </a:r>
          </a:p>
        </p:txBody>
      </p:sp>
      <p:sp>
        <p:nvSpPr>
          <p:cNvPr id="45" name="Text 2">
            <a:extLst>
              <a:ext uri="{FF2B5EF4-FFF2-40B4-BE49-F238E27FC236}">
                <a16:creationId xmlns:a16="http://schemas.microsoft.com/office/drawing/2014/main" id="{18CD0F76-78DF-BA2B-8587-05CAD158D7FE}"/>
              </a:ext>
            </a:extLst>
          </p:cNvPr>
          <p:cNvSpPr/>
          <p:nvPr/>
        </p:nvSpPr>
        <p:spPr>
          <a:xfrm>
            <a:off x="370477" y="450727"/>
            <a:ext cx="11620240" cy="377320"/>
          </a:xfrm>
          <a:prstGeom prst="rect">
            <a:avLst/>
          </a:prstGeom>
          <a:noFill/>
          <a:ln/>
        </p:spPr>
        <p:txBody>
          <a:bodyPr wrap="square" lIns="0" tIns="0" rIns="0" bIns="0" rtlCol="0" anchor="t">
            <a:noAutofit/>
          </a:bodyPr>
          <a:lstStyle/>
          <a:p>
            <a:r>
              <a:rPr lang="en-US" sz="2400">
                <a:solidFill>
                  <a:srgbClr val="3366FF"/>
                </a:solidFill>
                <a:latin typeface="IBM Plex Sans"/>
                <a:ea typeface="Arial" pitchFamily="34" charset="-122"/>
                <a:cs typeface="Arial" pitchFamily="34" charset="-120"/>
              </a:rPr>
              <a:t>Drive intelligent actions with real-time, governed data across every platform, cloud, and environment.</a:t>
            </a:r>
            <a:endParaRPr lang="en-US" sz="2400">
              <a:solidFill>
                <a:srgbClr val="000000"/>
              </a:solidFill>
              <a:latin typeface="IBM Plex Sans"/>
              <a:ea typeface="Arial" pitchFamily="34" charset="-122"/>
              <a:cs typeface="Arial" pitchFamily="34" charset="-120"/>
            </a:endParaRPr>
          </a:p>
          <a:p>
            <a:pPr marL="0" indent="0" algn="l">
              <a:buNone/>
            </a:pPr>
            <a:endParaRPr lang="en-US" sz="2400">
              <a:solidFill>
                <a:srgbClr val="3366FF"/>
              </a:solidFill>
              <a:latin typeface="IBM Plex Sans" panose="020B0503050203000203" pitchFamily="34" charset="0"/>
              <a:cs typeface="Arial"/>
            </a:endParaRPr>
          </a:p>
        </p:txBody>
      </p:sp>
      <p:sp>
        <p:nvSpPr>
          <p:cNvPr id="7" name="Text 4">
            <a:extLst>
              <a:ext uri="{FF2B5EF4-FFF2-40B4-BE49-F238E27FC236}">
                <a16:creationId xmlns:a16="http://schemas.microsoft.com/office/drawing/2014/main" id="{70F2C8C8-0108-5909-64BC-F8B650E8D3A7}"/>
              </a:ext>
            </a:extLst>
          </p:cNvPr>
          <p:cNvSpPr/>
          <p:nvPr/>
        </p:nvSpPr>
        <p:spPr>
          <a:xfrm>
            <a:off x="329184" y="1422291"/>
            <a:ext cx="11539728" cy="1188978"/>
          </a:xfrm>
          <a:prstGeom prst="rect">
            <a:avLst/>
          </a:prstGeom>
          <a:noFill/>
          <a:ln/>
        </p:spPr>
        <p:txBody>
          <a:bodyPr wrap="square" lIns="0" tIns="0" rIns="0" bIns="0" rtlCol="0" anchor="t">
            <a:noAutofit/>
          </a:bodyPr>
          <a:lstStyle/>
          <a:p>
            <a:r>
              <a:rPr lang="en-US" err="1">
                <a:solidFill>
                  <a:srgbClr val="FF0000"/>
                </a:solidFill>
                <a:latin typeface="IBM Plex Sans"/>
                <a:ea typeface="Arial" pitchFamily="34" charset="-122"/>
                <a:cs typeface="Arial"/>
              </a:rPr>
              <a:t>watsonx.data</a:t>
            </a:r>
            <a:r>
              <a:rPr lang="en-US">
                <a:solidFill>
                  <a:srgbClr val="1F1F1F"/>
                </a:solidFill>
                <a:latin typeface="IBM Plex Sans"/>
                <a:ea typeface="Arial" pitchFamily="34" charset="-122"/>
                <a:cs typeface="Arial"/>
              </a:rPr>
              <a:t>/</a:t>
            </a:r>
            <a:r>
              <a:rPr lang="en-US">
                <a:solidFill>
                  <a:srgbClr val="FF0000"/>
                </a:solidFill>
                <a:latin typeface="IBM Plex Sans"/>
                <a:ea typeface="Arial" pitchFamily="34" charset="-122"/>
                <a:cs typeface="Arial"/>
              </a:rPr>
              <a:t>IBM Data/TBD </a:t>
            </a:r>
            <a:r>
              <a:rPr lang="en-US">
                <a:solidFill>
                  <a:srgbClr val="1F1F1F"/>
                </a:solidFill>
                <a:latin typeface="IBM Plex Sans" panose="020B0503050203000203" pitchFamily="34" charset="0"/>
              </a:rPr>
              <a:t>the open, governed platform layer across your data estate, helping teams put trusted data, context, and workloads to work across the platforms they already use for AI, agents, analytics, and applications, so they can do more than any single platform can deliver alone.</a:t>
            </a:r>
            <a:endParaRPr lang="en-US">
              <a:latin typeface="IBM Plex Sans" panose="020B0503050203000203" pitchFamily="34" charset="0"/>
            </a:endParaRPr>
          </a:p>
        </p:txBody>
      </p:sp>
      <p:sp>
        <p:nvSpPr>
          <p:cNvPr id="2" name="5-Point Star 1">
            <a:extLst>
              <a:ext uri="{FF2B5EF4-FFF2-40B4-BE49-F238E27FC236}">
                <a16:creationId xmlns:a16="http://schemas.microsoft.com/office/drawing/2014/main" id="{48D31412-BC58-B1BC-A24D-B024C3BD9D90}"/>
              </a:ext>
            </a:extLst>
          </p:cNvPr>
          <p:cNvSpPr/>
          <p:nvPr/>
        </p:nvSpPr>
        <p:spPr>
          <a:xfrm>
            <a:off x="9815650" y="32608"/>
            <a:ext cx="293917" cy="279532"/>
          </a:xfrm>
          <a:prstGeom prst="star5">
            <a:avLst/>
          </a:prstGeom>
          <a:solidFill>
            <a:srgbClr val="70AD47">
              <a:lumMod val="7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IBM Plex Sans" panose="020B0503050203000203" pitchFamily="34" charset="0"/>
              <a:ea typeface="+mn-ea"/>
              <a:cs typeface="+mn-cs"/>
            </a:endParaRPr>
          </a:p>
        </p:txBody>
      </p:sp>
      <p:sp>
        <p:nvSpPr>
          <p:cNvPr id="3" name="Text 1">
            <a:extLst>
              <a:ext uri="{FF2B5EF4-FFF2-40B4-BE49-F238E27FC236}">
                <a16:creationId xmlns:a16="http://schemas.microsoft.com/office/drawing/2014/main" id="{763DB116-53D1-28C1-8117-443A213DFD98}"/>
              </a:ext>
            </a:extLst>
          </p:cNvPr>
          <p:cNvSpPr/>
          <p:nvPr/>
        </p:nvSpPr>
        <p:spPr>
          <a:xfrm>
            <a:off x="10109567" y="106294"/>
            <a:ext cx="1881150" cy="197990"/>
          </a:xfrm>
          <a:prstGeom prst="rect">
            <a:avLst/>
          </a:prstGeom>
          <a:noFill/>
          <a:ln/>
        </p:spPr>
        <p:txBody>
          <a:bodyPr wrap="square" lIns="0" tIns="0" rIns="0" bIns="0" rtlCol="0" anchor="ctr"/>
          <a:lstStyle/>
          <a:p>
            <a:pPr>
              <a:defRPr/>
            </a:pPr>
            <a:r>
              <a:rPr lang="en-US" sz="1200">
                <a:solidFill>
                  <a:prstClr val="black"/>
                </a:solidFill>
                <a:highlight>
                  <a:srgbClr val="FFFF00"/>
                </a:highlight>
                <a:latin typeface="IBM Plex Sans" panose="020B0503050203000203" pitchFamily="34" charset="0"/>
                <a:ea typeface="Arial" pitchFamily="34" charset="-122"/>
                <a:cs typeface="Arial" pitchFamily="34" charset="-120"/>
              </a:rPr>
              <a:t>Feedback required</a:t>
            </a:r>
            <a:endParaRPr lang="en-US" sz="1200">
              <a:solidFill>
                <a:prstClr val="black"/>
              </a:solidFill>
              <a:highlight>
                <a:srgbClr val="FFFF00"/>
              </a:highlight>
              <a:latin typeface="IBM Plex Sans" panose="020B0503050203000203" pitchFamily="34" charset="0"/>
              <a:cs typeface="Arial"/>
            </a:endParaRPr>
          </a:p>
        </p:txBody>
      </p:sp>
      <p:sp>
        <p:nvSpPr>
          <p:cNvPr id="11" name="5-Point Star 26">
            <a:extLst>
              <a:ext uri="{FF2B5EF4-FFF2-40B4-BE49-F238E27FC236}">
                <a16:creationId xmlns:a16="http://schemas.microsoft.com/office/drawing/2014/main" id="{5920BCC4-B588-CB0B-399A-8E1BBED4BB93}"/>
              </a:ext>
            </a:extLst>
          </p:cNvPr>
          <p:cNvSpPr/>
          <p:nvPr/>
        </p:nvSpPr>
        <p:spPr>
          <a:xfrm>
            <a:off x="86093" y="6164856"/>
            <a:ext cx="203482" cy="193523"/>
          </a:xfrm>
          <a:prstGeom prst="star5">
            <a:avLst/>
          </a:prstGeom>
          <a:solidFill>
            <a:srgbClr val="70AD47">
              <a:lumMod val="7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IBM Plex Sans" panose="020B0503050203000203" pitchFamily="34" charset="0"/>
              <a:ea typeface="+mn-ea"/>
              <a:cs typeface="+mn-cs"/>
            </a:endParaRPr>
          </a:p>
        </p:txBody>
      </p:sp>
      <p:sp>
        <p:nvSpPr>
          <p:cNvPr id="14" name="5-Point Star 26">
            <a:extLst>
              <a:ext uri="{FF2B5EF4-FFF2-40B4-BE49-F238E27FC236}">
                <a16:creationId xmlns:a16="http://schemas.microsoft.com/office/drawing/2014/main" id="{36B95F33-8506-A181-23FE-00D2BD52016A}"/>
              </a:ext>
            </a:extLst>
          </p:cNvPr>
          <p:cNvSpPr/>
          <p:nvPr/>
        </p:nvSpPr>
        <p:spPr>
          <a:xfrm>
            <a:off x="77638" y="2514507"/>
            <a:ext cx="203482" cy="193523"/>
          </a:xfrm>
          <a:prstGeom prst="star5">
            <a:avLst/>
          </a:prstGeom>
          <a:solidFill>
            <a:srgbClr val="70AD47">
              <a:lumMod val="7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IBM Plex Sans" panose="020B0503050203000203" pitchFamily="34" charset="0"/>
              <a:ea typeface="+mn-ea"/>
              <a:cs typeface="+mn-cs"/>
            </a:endParaRPr>
          </a:p>
        </p:txBody>
      </p:sp>
      <p:sp>
        <p:nvSpPr>
          <p:cNvPr id="16" name="5-Point Star 26">
            <a:extLst>
              <a:ext uri="{FF2B5EF4-FFF2-40B4-BE49-F238E27FC236}">
                <a16:creationId xmlns:a16="http://schemas.microsoft.com/office/drawing/2014/main" id="{6D54F687-F36E-3035-D059-0C1F4DB44BF5}"/>
              </a:ext>
            </a:extLst>
          </p:cNvPr>
          <p:cNvSpPr/>
          <p:nvPr/>
        </p:nvSpPr>
        <p:spPr>
          <a:xfrm>
            <a:off x="86093" y="542625"/>
            <a:ext cx="203482" cy="193523"/>
          </a:xfrm>
          <a:prstGeom prst="star5">
            <a:avLst/>
          </a:prstGeom>
          <a:solidFill>
            <a:srgbClr val="70AD47">
              <a:lumMod val="7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IBM Plex Sans" panose="020B0503050203000203" pitchFamily="34" charset="0"/>
              <a:ea typeface="+mn-ea"/>
              <a:cs typeface="+mn-cs"/>
            </a:endParaRPr>
          </a:p>
        </p:txBody>
      </p:sp>
      <p:sp>
        <p:nvSpPr>
          <p:cNvPr id="19" name="5-Point Star 26">
            <a:extLst>
              <a:ext uri="{FF2B5EF4-FFF2-40B4-BE49-F238E27FC236}">
                <a16:creationId xmlns:a16="http://schemas.microsoft.com/office/drawing/2014/main" id="{45479952-B249-207B-BCA7-691579A1CB58}"/>
              </a:ext>
            </a:extLst>
          </p:cNvPr>
          <p:cNvSpPr/>
          <p:nvPr/>
        </p:nvSpPr>
        <p:spPr>
          <a:xfrm>
            <a:off x="86093" y="1453668"/>
            <a:ext cx="203482" cy="193523"/>
          </a:xfrm>
          <a:prstGeom prst="star5">
            <a:avLst/>
          </a:prstGeom>
          <a:solidFill>
            <a:srgbClr val="70AD47">
              <a:lumMod val="7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IBM Plex Sans" panose="020B0503050203000203" pitchFamily="34" charset="0"/>
              <a:ea typeface="+mn-ea"/>
              <a:cs typeface="+mn-cs"/>
            </a:endParaRPr>
          </a:p>
        </p:txBody>
      </p:sp>
    </p:spTree>
    <p:extLst>
      <p:ext uri="{BB962C8B-B14F-4D97-AF65-F5344CB8AC3E}">
        <p14:creationId xmlns:p14="http://schemas.microsoft.com/office/powerpoint/2010/main" val="35801489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329184"/>
          </a:xfrm>
          <a:prstGeom prst="rect">
            <a:avLst/>
          </a:prstGeom>
          <a:solidFill>
            <a:srgbClr val="16256F"/>
          </a:solidFill>
          <a:ln w="12700">
            <a:solidFill>
              <a:srgbClr val="16256F"/>
            </a:solidFill>
            <a:prstDash val="solid"/>
          </a:ln>
        </p:spPr>
        <p:txBody>
          <a:bodyPr/>
          <a:lstStyle/>
          <a:p>
            <a:endParaRPr lang="en-IN">
              <a:latin typeface="IBM Plex Sans" panose="020B0503050203000203" pitchFamily="34" charset="0"/>
            </a:endParaRPr>
          </a:p>
        </p:txBody>
      </p:sp>
      <p:sp>
        <p:nvSpPr>
          <p:cNvPr id="3" name="Text 1"/>
          <p:cNvSpPr/>
          <p:nvPr/>
        </p:nvSpPr>
        <p:spPr>
          <a:xfrm>
            <a:off x="320040" y="73152"/>
            <a:ext cx="7772400" cy="164592"/>
          </a:xfrm>
          <a:prstGeom prst="rect">
            <a:avLst/>
          </a:prstGeom>
          <a:noFill/>
          <a:ln/>
        </p:spPr>
        <p:txBody>
          <a:bodyPr wrap="square" lIns="0" tIns="0" rIns="0" bIns="0" rtlCol="0" anchor="ctr"/>
          <a:lstStyle/>
          <a:p>
            <a:pPr marL="0" indent="0">
              <a:buNone/>
            </a:pPr>
            <a:r>
              <a:rPr lang="en-US" sz="1300">
                <a:solidFill>
                  <a:srgbClr val="FFFFFF"/>
                </a:solidFill>
                <a:latin typeface="IBM Plex Sans" panose="020B0503050203000203" pitchFamily="34" charset="0"/>
                <a:ea typeface="IBM Plex Sans" pitchFamily="34" charset="-122"/>
                <a:cs typeface="IBM Plex Sans" pitchFamily="34" charset="-120"/>
              </a:rPr>
              <a:t>IBM Data Positioning &amp; Messaging – GTM Motion Summary</a:t>
            </a:r>
            <a:endParaRPr lang="en-US" sz="1300">
              <a:latin typeface="IBM Plex Sans" panose="020B0503050203000203" pitchFamily="34" charset="0"/>
            </a:endParaRPr>
          </a:p>
        </p:txBody>
      </p:sp>
      <p:sp>
        <p:nvSpPr>
          <p:cNvPr id="4" name="Text 2"/>
          <p:cNvSpPr/>
          <p:nvPr/>
        </p:nvSpPr>
        <p:spPr>
          <a:xfrm>
            <a:off x="475488" y="530352"/>
            <a:ext cx="11155680" cy="347472"/>
          </a:xfrm>
          <a:prstGeom prst="rect">
            <a:avLst/>
          </a:prstGeom>
          <a:noFill/>
          <a:ln/>
        </p:spPr>
        <p:txBody>
          <a:bodyPr wrap="square" lIns="0" tIns="0" rIns="0" bIns="0" rtlCol="0" anchor="ctr"/>
          <a:lstStyle/>
          <a:p>
            <a:r>
              <a:rPr lang="en-US" sz="2200">
                <a:solidFill>
                  <a:srgbClr val="0F62FE"/>
                </a:solidFill>
                <a:latin typeface="IBM Plex Sans"/>
                <a:ea typeface="IBM Plex Sans" pitchFamily="34" charset="-122"/>
                <a:cs typeface="IBM Plex Sans" pitchFamily="34" charset="-120"/>
              </a:rPr>
              <a:t>Motion 1: Engineer trusted data for workloads, anywhere</a:t>
            </a:r>
            <a:endParaRPr lang="en-US" sz="2200">
              <a:latin typeface="IBM Plex Sans"/>
            </a:endParaRPr>
          </a:p>
        </p:txBody>
      </p:sp>
      <p:sp>
        <p:nvSpPr>
          <p:cNvPr id="5" name="Shape 3"/>
          <p:cNvSpPr/>
          <p:nvPr/>
        </p:nvSpPr>
        <p:spPr>
          <a:xfrm>
            <a:off x="475488" y="1014984"/>
            <a:ext cx="11228832" cy="457200"/>
          </a:xfrm>
          <a:prstGeom prst="rect">
            <a:avLst/>
          </a:prstGeom>
          <a:solidFill>
            <a:srgbClr val="FFFFFF"/>
          </a:solidFill>
          <a:ln w="12700">
            <a:solidFill>
              <a:srgbClr val="B9C3D9"/>
            </a:solidFill>
            <a:prstDash val="solid"/>
          </a:ln>
          <a:effectLst>
            <a:outerShdw blurRad="12700" dist="50800" dir="2700000" algn="bl" rotWithShape="0">
              <a:srgbClr val="C4C4C4">
                <a:alpha val="18000"/>
              </a:srgbClr>
            </a:outerShdw>
          </a:effectLst>
        </p:spPr>
        <p:txBody>
          <a:bodyPr/>
          <a:lstStyle/>
          <a:p>
            <a:endParaRPr lang="en-IN">
              <a:latin typeface="IBM Plex Sans" panose="020B0503050203000203" pitchFamily="34" charset="0"/>
            </a:endParaRPr>
          </a:p>
        </p:txBody>
      </p:sp>
      <p:sp>
        <p:nvSpPr>
          <p:cNvPr id="6" name="Text 4"/>
          <p:cNvSpPr/>
          <p:nvPr/>
        </p:nvSpPr>
        <p:spPr>
          <a:xfrm>
            <a:off x="658368" y="1161288"/>
            <a:ext cx="1234440" cy="164592"/>
          </a:xfrm>
          <a:prstGeom prst="rect">
            <a:avLst/>
          </a:prstGeom>
          <a:noFill/>
          <a:ln/>
        </p:spPr>
        <p:txBody>
          <a:bodyPr wrap="square" lIns="0" tIns="0" rIns="0" bIns="0" rtlCol="0" anchor="ctr"/>
          <a:lstStyle/>
          <a:p>
            <a:pPr marL="0" indent="0">
              <a:buNone/>
            </a:pPr>
            <a:r>
              <a:rPr lang="en-US" sz="1100" b="1">
                <a:solidFill>
                  <a:srgbClr val="16256F"/>
                </a:solidFill>
                <a:latin typeface="IBM Plex Sans" panose="020B0503050203000203" pitchFamily="34" charset="0"/>
                <a:ea typeface="IBM Plex Sans" pitchFamily="34" charset="-122"/>
                <a:cs typeface="IBM Plex Sans" pitchFamily="34" charset="-120"/>
              </a:rPr>
              <a:t>Motion purpose</a:t>
            </a:r>
            <a:endParaRPr lang="en-US" sz="1100">
              <a:latin typeface="IBM Plex Sans" panose="020B0503050203000203" pitchFamily="34" charset="0"/>
            </a:endParaRPr>
          </a:p>
        </p:txBody>
      </p:sp>
      <p:sp>
        <p:nvSpPr>
          <p:cNvPr id="7" name="Text 5"/>
          <p:cNvSpPr/>
          <p:nvPr/>
        </p:nvSpPr>
        <p:spPr>
          <a:xfrm>
            <a:off x="1993392" y="1169449"/>
            <a:ext cx="9418320" cy="292608"/>
          </a:xfrm>
          <a:prstGeom prst="rect">
            <a:avLst/>
          </a:prstGeom>
          <a:noFill/>
          <a:ln/>
        </p:spPr>
        <p:txBody>
          <a:bodyPr wrap="square" lIns="0" tIns="0" rIns="0" bIns="0" rtlCol="0" anchor="ctr">
            <a:normAutofit fontScale="85000" lnSpcReduction="20000"/>
          </a:bodyPr>
          <a:lstStyle/>
          <a:p>
            <a:r>
              <a:rPr lang="en-US" sz="1400">
                <a:solidFill>
                  <a:srgbClr val="2D2D2D"/>
                </a:solidFill>
                <a:latin typeface="IBM Plex Sans Light"/>
                <a:ea typeface="IBM Plex Sans" pitchFamily="34" charset="-122"/>
                <a:cs typeface="IBM Plex Sans" pitchFamily="34" charset="-120"/>
              </a:rPr>
              <a:t>Help data engineering teams deliver usable data faster and easier by simplifying how they build and manage pipelines across hybrid environments, while avoiding platform lock-in.</a:t>
            </a:r>
          </a:p>
          <a:p>
            <a:pPr marL="0" indent="0">
              <a:buNone/>
            </a:pPr>
            <a:endParaRPr lang="en-US" sz="1000">
              <a:solidFill>
                <a:srgbClr val="4D5358"/>
              </a:solidFill>
              <a:latin typeface="IBM Plex Sans" panose="020B0503050203000203" pitchFamily="34" charset="0"/>
            </a:endParaRPr>
          </a:p>
        </p:txBody>
      </p:sp>
      <p:sp>
        <p:nvSpPr>
          <p:cNvPr id="8" name="Shape 6"/>
          <p:cNvSpPr/>
          <p:nvPr/>
        </p:nvSpPr>
        <p:spPr>
          <a:xfrm>
            <a:off x="475488" y="1719072"/>
            <a:ext cx="3246120" cy="292608"/>
          </a:xfrm>
          <a:prstGeom prst="rect">
            <a:avLst/>
          </a:prstGeom>
          <a:solidFill>
            <a:srgbClr val="16256F"/>
          </a:solidFill>
          <a:ln w="12700">
            <a:solidFill>
              <a:srgbClr val="16256F"/>
            </a:solidFill>
            <a:prstDash val="solid"/>
          </a:ln>
        </p:spPr>
        <p:txBody>
          <a:bodyPr/>
          <a:lstStyle/>
          <a:p>
            <a:endParaRPr lang="en-IN">
              <a:latin typeface="IBM Plex Sans" panose="020B0503050203000203" pitchFamily="34" charset="0"/>
            </a:endParaRPr>
          </a:p>
        </p:txBody>
      </p:sp>
      <p:sp>
        <p:nvSpPr>
          <p:cNvPr id="9" name="Text 7"/>
          <p:cNvSpPr/>
          <p:nvPr/>
        </p:nvSpPr>
        <p:spPr>
          <a:xfrm>
            <a:off x="585216" y="1769364"/>
            <a:ext cx="3026664" cy="228600"/>
          </a:xfrm>
          <a:prstGeom prst="rect">
            <a:avLst/>
          </a:prstGeom>
          <a:noFill/>
          <a:ln/>
        </p:spPr>
        <p:txBody>
          <a:bodyPr wrap="square" lIns="0" tIns="0" rIns="0" bIns="0" rtlCol="0" anchor="ctr"/>
          <a:lstStyle/>
          <a:p>
            <a:pPr marL="0" indent="0">
              <a:buNone/>
            </a:pPr>
            <a:r>
              <a:rPr lang="en-US" sz="1100" b="1">
                <a:solidFill>
                  <a:srgbClr val="FFFFFF"/>
                </a:solidFill>
                <a:latin typeface="IBM Plex Sans" panose="020B0503050203000203" pitchFamily="34" charset="0"/>
                <a:ea typeface="IBM Plex Sans" pitchFamily="34" charset="-122"/>
                <a:cs typeface="IBM Plex Sans" pitchFamily="34" charset="-120"/>
              </a:rPr>
              <a:t>Customer challenge</a:t>
            </a:r>
            <a:endParaRPr lang="en-US" sz="1100" b="1">
              <a:latin typeface="IBM Plex Sans" panose="020B0503050203000203" pitchFamily="34" charset="0"/>
            </a:endParaRPr>
          </a:p>
        </p:txBody>
      </p:sp>
      <p:sp>
        <p:nvSpPr>
          <p:cNvPr id="10" name="Shape 8"/>
          <p:cNvSpPr/>
          <p:nvPr/>
        </p:nvSpPr>
        <p:spPr>
          <a:xfrm>
            <a:off x="475488" y="2011680"/>
            <a:ext cx="3246120" cy="2523744"/>
          </a:xfrm>
          <a:prstGeom prst="rect">
            <a:avLst/>
          </a:prstGeom>
          <a:solidFill>
            <a:srgbClr val="FFFFFF"/>
          </a:solidFill>
          <a:ln w="12700">
            <a:solidFill>
              <a:srgbClr val="B9C3D9"/>
            </a:solidFill>
            <a:prstDash val="solid"/>
          </a:ln>
          <a:effectLst>
            <a:outerShdw blurRad="12700" dist="50800" dir="2700000" algn="bl" rotWithShape="0">
              <a:srgbClr val="D0D0D0">
                <a:alpha val="15000"/>
              </a:srgbClr>
            </a:outerShdw>
          </a:effectLst>
        </p:spPr>
        <p:txBody>
          <a:bodyPr/>
          <a:lstStyle/>
          <a:p>
            <a:endParaRPr lang="en-IN">
              <a:latin typeface="IBM Plex Sans" panose="020B0503050203000203" pitchFamily="34" charset="0"/>
            </a:endParaRPr>
          </a:p>
        </p:txBody>
      </p:sp>
      <p:sp>
        <p:nvSpPr>
          <p:cNvPr id="11" name="Text 9"/>
          <p:cNvSpPr/>
          <p:nvPr/>
        </p:nvSpPr>
        <p:spPr>
          <a:xfrm>
            <a:off x="585216" y="2103120"/>
            <a:ext cx="3026664" cy="2414016"/>
          </a:xfrm>
          <a:prstGeom prst="rect">
            <a:avLst/>
          </a:prstGeom>
          <a:noFill/>
          <a:ln/>
        </p:spPr>
        <p:txBody>
          <a:bodyPr wrap="square" lIns="254" tIns="254" rIns="254" bIns="254" rtlCol="0" anchor="t">
            <a:normAutofit/>
          </a:bodyPr>
          <a:lstStyle/>
          <a:p>
            <a:pPr marL="171450" indent="-171450">
              <a:buFont typeface="Arial" panose="020B0604020202020204" pitchFamily="34" charset="0"/>
              <a:buChar char="•"/>
            </a:pPr>
            <a:r>
              <a:rPr lang="en-US" sz="1100">
                <a:solidFill>
                  <a:srgbClr val="1F1F1F"/>
                </a:solidFill>
                <a:latin typeface="IBM Plex Sans" panose="020B0503050203000203" pitchFamily="34" charset="0"/>
                <a:ea typeface="IBM Plex Sans" pitchFamily="34" charset="-122"/>
                <a:cs typeface="IBM Plex Sans" pitchFamily="34" charset="-120"/>
              </a:rPr>
              <a:t>Data is fragmented across clouds, apps, systems, documents, and streams</a:t>
            </a:r>
          </a:p>
          <a:p>
            <a:pPr marL="171450" indent="-171450">
              <a:buFont typeface="Arial" panose="020B0604020202020204" pitchFamily="34" charset="0"/>
              <a:buChar char="•"/>
            </a:pPr>
            <a:endParaRPr lang="en-US" sz="1100">
              <a:latin typeface="IBM Plex Sans" panose="020B0503050203000203" pitchFamily="34" charset="0"/>
            </a:endParaRPr>
          </a:p>
          <a:p>
            <a:pPr marL="171450" indent="-171450">
              <a:buFont typeface="Arial" panose="020B0604020202020204" pitchFamily="34" charset="0"/>
              <a:buChar char="•"/>
            </a:pPr>
            <a:r>
              <a:rPr lang="en-US" sz="1100">
                <a:solidFill>
                  <a:srgbClr val="1F1F1F"/>
                </a:solidFill>
                <a:latin typeface="IBM Plex Sans" panose="020B0503050203000203" pitchFamily="34" charset="0"/>
                <a:ea typeface="IBM Plex Sans" pitchFamily="34" charset="-122"/>
                <a:cs typeface="IBM Plex Sans" pitchFamily="34" charset="-120"/>
              </a:rPr>
              <a:t>New requests create brittle one-off pipelines, data duplication, and repeated handoffs</a:t>
            </a:r>
          </a:p>
          <a:p>
            <a:pPr marL="171450" indent="-171450">
              <a:buFont typeface="Arial" panose="020B0604020202020204" pitchFamily="34" charset="0"/>
              <a:buChar char="•"/>
            </a:pPr>
            <a:endParaRPr lang="en-US" sz="1100">
              <a:latin typeface="IBM Plex Sans" panose="020B0503050203000203" pitchFamily="34" charset="0"/>
            </a:endParaRPr>
          </a:p>
          <a:p>
            <a:pPr marL="171450" indent="-171450">
              <a:buFont typeface="Arial" panose="020B0604020202020204" pitchFamily="34" charset="0"/>
              <a:buChar char="•"/>
            </a:pPr>
            <a:r>
              <a:rPr lang="en-US" sz="1100">
                <a:solidFill>
                  <a:srgbClr val="1F1F1F"/>
                </a:solidFill>
                <a:latin typeface="IBM Plex Sans" panose="020B0503050203000203" pitchFamily="34" charset="0"/>
                <a:ea typeface="IBM Plex Sans" pitchFamily="34" charset="-122"/>
                <a:cs typeface="IBM Plex Sans" pitchFamily="34" charset="-120"/>
              </a:rPr>
              <a:t>AI, analytics, application, and business teams need trusted data faster than current integration can deliver</a:t>
            </a:r>
          </a:p>
          <a:p>
            <a:pPr marL="171450" indent="-171450">
              <a:buFont typeface="Arial" panose="020B0604020202020204" pitchFamily="34" charset="0"/>
              <a:buChar char="•"/>
            </a:pPr>
            <a:endParaRPr lang="en-US" sz="1100">
              <a:solidFill>
                <a:srgbClr val="1F1F1F"/>
              </a:solidFill>
              <a:latin typeface="IBM Plex Sans"/>
              <a:ea typeface="+mn-lt"/>
              <a:cs typeface="+mn-lt"/>
            </a:endParaRPr>
          </a:p>
          <a:p>
            <a:pPr marL="171450" indent="-171450">
              <a:buFont typeface="Arial" panose="020B0604020202020204" pitchFamily="34" charset="0"/>
              <a:buChar char="•"/>
            </a:pPr>
            <a:r>
              <a:rPr lang="en-US" sz="1100">
                <a:solidFill>
                  <a:srgbClr val="000000"/>
                </a:solidFill>
                <a:latin typeface="IBM Plex Sans"/>
                <a:ea typeface="+mn-lt"/>
                <a:cs typeface="+mn-lt"/>
              </a:rPr>
              <a:t>Point solutions and proprietary stacks create operational complexity and vendor lock-in</a:t>
            </a:r>
            <a:endParaRPr lang="en-US" sz="1100">
              <a:solidFill>
                <a:srgbClr val="000000"/>
              </a:solidFill>
              <a:latin typeface="IBM Plex Sans"/>
            </a:endParaRPr>
          </a:p>
          <a:p>
            <a:pPr marL="0" indent="0">
              <a:buNone/>
            </a:pPr>
            <a:endParaRPr lang="en-US" sz="1050">
              <a:latin typeface="IBM Plex Sans" panose="020B0503050203000203" pitchFamily="34" charset="0"/>
            </a:endParaRPr>
          </a:p>
          <a:p>
            <a:endParaRPr lang="en-US" sz="1050">
              <a:latin typeface="IBM Plex Sans" panose="020B0503050203000203" pitchFamily="34" charset="0"/>
            </a:endParaRPr>
          </a:p>
        </p:txBody>
      </p:sp>
      <p:sp>
        <p:nvSpPr>
          <p:cNvPr id="12" name="Shape 10"/>
          <p:cNvSpPr/>
          <p:nvPr/>
        </p:nvSpPr>
        <p:spPr>
          <a:xfrm>
            <a:off x="3913632" y="1719072"/>
            <a:ext cx="3337560" cy="292608"/>
          </a:xfrm>
          <a:prstGeom prst="rect">
            <a:avLst/>
          </a:prstGeom>
          <a:solidFill>
            <a:srgbClr val="16256F"/>
          </a:solidFill>
          <a:ln w="12700">
            <a:solidFill>
              <a:srgbClr val="16256F"/>
            </a:solidFill>
            <a:prstDash val="solid"/>
          </a:ln>
        </p:spPr>
        <p:txBody>
          <a:bodyPr/>
          <a:lstStyle/>
          <a:p>
            <a:endParaRPr lang="en-IN">
              <a:latin typeface="IBM Plex Sans" panose="020B0503050203000203" pitchFamily="34" charset="0"/>
            </a:endParaRPr>
          </a:p>
        </p:txBody>
      </p:sp>
      <p:sp>
        <p:nvSpPr>
          <p:cNvPr id="13" name="Text 11"/>
          <p:cNvSpPr/>
          <p:nvPr/>
        </p:nvSpPr>
        <p:spPr>
          <a:xfrm>
            <a:off x="4023360" y="1769364"/>
            <a:ext cx="3118104" cy="228600"/>
          </a:xfrm>
          <a:prstGeom prst="rect">
            <a:avLst/>
          </a:prstGeom>
          <a:noFill/>
          <a:ln/>
        </p:spPr>
        <p:txBody>
          <a:bodyPr wrap="square" lIns="0" tIns="0" rIns="0" bIns="0" rtlCol="0" anchor="ctr"/>
          <a:lstStyle/>
          <a:p>
            <a:pPr marL="0" indent="0">
              <a:buNone/>
            </a:pPr>
            <a:r>
              <a:rPr lang="en-US" sz="1100" b="1">
                <a:solidFill>
                  <a:srgbClr val="FFFFFF"/>
                </a:solidFill>
                <a:latin typeface="IBM Plex Sans" panose="020B0503050203000203" pitchFamily="34" charset="0"/>
                <a:ea typeface="IBM Plex Sans" pitchFamily="34" charset="-122"/>
                <a:cs typeface="IBM Plex Sans" pitchFamily="34" charset="-120"/>
              </a:rPr>
              <a:t>Jobs to be done</a:t>
            </a:r>
            <a:endParaRPr lang="en-US" sz="1100" b="1">
              <a:latin typeface="IBM Plex Sans" panose="020B0503050203000203" pitchFamily="34" charset="0"/>
            </a:endParaRPr>
          </a:p>
        </p:txBody>
      </p:sp>
      <p:sp>
        <p:nvSpPr>
          <p:cNvPr id="14" name="Shape 12"/>
          <p:cNvSpPr/>
          <p:nvPr/>
        </p:nvSpPr>
        <p:spPr>
          <a:xfrm>
            <a:off x="3913632" y="2011680"/>
            <a:ext cx="3337560" cy="2523744"/>
          </a:xfrm>
          <a:prstGeom prst="rect">
            <a:avLst/>
          </a:prstGeom>
          <a:solidFill>
            <a:srgbClr val="FFFFFF"/>
          </a:solidFill>
          <a:ln w="12700">
            <a:solidFill>
              <a:srgbClr val="B9C3D9"/>
            </a:solidFill>
            <a:prstDash val="solid"/>
          </a:ln>
          <a:effectLst>
            <a:outerShdw blurRad="12700" dist="50800" dir="2700000" algn="bl" rotWithShape="0">
              <a:srgbClr val="D0D0D0">
                <a:alpha val="15000"/>
              </a:srgbClr>
            </a:outerShdw>
          </a:effectLst>
        </p:spPr>
        <p:txBody>
          <a:bodyPr/>
          <a:lstStyle/>
          <a:p>
            <a:endParaRPr lang="en-IN">
              <a:latin typeface="IBM Plex Sans" panose="020B0503050203000203" pitchFamily="34" charset="0"/>
            </a:endParaRPr>
          </a:p>
        </p:txBody>
      </p:sp>
      <p:sp>
        <p:nvSpPr>
          <p:cNvPr id="15" name="Text 13"/>
          <p:cNvSpPr/>
          <p:nvPr/>
        </p:nvSpPr>
        <p:spPr>
          <a:xfrm>
            <a:off x="4023360" y="2103120"/>
            <a:ext cx="3118104" cy="2414016"/>
          </a:xfrm>
          <a:prstGeom prst="rect">
            <a:avLst/>
          </a:prstGeom>
          <a:noFill/>
          <a:ln/>
        </p:spPr>
        <p:txBody>
          <a:bodyPr wrap="square" lIns="254" tIns="254" rIns="254" bIns="254" rtlCol="0" anchor="t">
            <a:normAutofit/>
          </a:bodyPr>
          <a:lstStyle/>
          <a:p>
            <a:pPr marL="171450" indent="-171450" fontAlgn="base">
              <a:buFont typeface="Arial" panose="020B0604020202020204" pitchFamily="34" charset="0"/>
              <a:buChar char="•"/>
            </a:pPr>
            <a:r>
              <a:rPr lang="en-US" sz="1100">
                <a:solidFill>
                  <a:srgbClr val="1F1F1F"/>
                </a:solidFill>
                <a:latin typeface="IBM Plex Sans" panose="020B0503050203000203" pitchFamily="34" charset="0"/>
              </a:rPr>
              <a:t>Build and orchestrate reliable data pipelines​</a:t>
            </a:r>
          </a:p>
          <a:p>
            <a:pPr marL="171450" indent="-171450" fontAlgn="base">
              <a:buFont typeface="Arial" panose="020B0604020202020204" pitchFamily="34" charset="0"/>
              <a:buChar char="•"/>
            </a:pPr>
            <a:r>
              <a:rPr lang="en-US" sz="1100">
                <a:solidFill>
                  <a:srgbClr val="1F1F1F"/>
                </a:solidFill>
                <a:latin typeface="IBM Plex Sans" panose="020B0503050203000203" pitchFamily="34" charset="0"/>
              </a:rPr>
              <a:t>Integrate data from any source into modern data platforms​</a:t>
            </a:r>
          </a:p>
          <a:p>
            <a:pPr marL="171450" indent="-171450" fontAlgn="base">
              <a:buFont typeface="Arial" panose="020B0604020202020204" pitchFamily="34" charset="0"/>
              <a:buChar char="•"/>
            </a:pPr>
            <a:r>
              <a:rPr lang="en-US" sz="1100">
                <a:solidFill>
                  <a:srgbClr val="1F1F1F"/>
                </a:solidFill>
                <a:latin typeface="IBM Plex Sans" panose="020B0503050203000203" pitchFamily="34" charset="0"/>
              </a:rPr>
              <a:t>Stream data in real-time​</a:t>
            </a:r>
          </a:p>
          <a:p>
            <a:pPr marL="171450" indent="-171450" fontAlgn="base">
              <a:buFont typeface="Arial" panose="020B0604020202020204" pitchFamily="34" charset="0"/>
              <a:buChar char="•"/>
            </a:pPr>
            <a:r>
              <a:rPr lang="en-US" sz="1100">
                <a:solidFill>
                  <a:srgbClr val="1F1F1F"/>
                </a:solidFill>
                <a:latin typeface="IBM Plex Sans" panose="020B0503050203000203" pitchFamily="34" charset="0"/>
              </a:rPr>
              <a:t>Transform and prepare data for analytics and AI​</a:t>
            </a:r>
          </a:p>
          <a:p>
            <a:pPr marL="171450" indent="-171450" fontAlgn="base">
              <a:buFont typeface="Arial" panose="020B0604020202020204" pitchFamily="34" charset="0"/>
              <a:buChar char="•"/>
            </a:pPr>
            <a:r>
              <a:rPr lang="en-US" sz="1100">
                <a:solidFill>
                  <a:srgbClr val="1F1F1F"/>
                </a:solidFill>
                <a:latin typeface="IBM Plex Sans" panose="020B0503050203000203" pitchFamily="34" charset="0"/>
              </a:rPr>
              <a:t>Monitor, govern, and optimize data operations​</a:t>
            </a:r>
          </a:p>
          <a:p>
            <a:pPr marL="171450" indent="-171450" fontAlgn="base">
              <a:buFont typeface="Arial" panose="020B0604020202020204" pitchFamily="34" charset="0"/>
              <a:buChar char="•"/>
            </a:pPr>
            <a:r>
              <a:rPr lang="en-US" sz="1100">
                <a:solidFill>
                  <a:srgbClr val="1F1F1F"/>
                </a:solidFill>
                <a:latin typeface="IBM Plex Sans" panose="020B0503050203000203" pitchFamily="34" charset="0"/>
              </a:rPr>
              <a:t>Modernize legacy data integration </a:t>
            </a:r>
          </a:p>
        </p:txBody>
      </p:sp>
      <p:sp>
        <p:nvSpPr>
          <p:cNvPr id="16" name="Shape 14"/>
          <p:cNvSpPr/>
          <p:nvPr/>
        </p:nvSpPr>
        <p:spPr>
          <a:xfrm>
            <a:off x="7443216" y="1719072"/>
            <a:ext cx="4261104" cy="292608"/>
          </a:xfrm>
          <a:prstGeom prst="rect">
            <a:avLst/>
          </a:prstGeom>
          <a:solidFill>
            <a:srgbClr val="16256F"/>
          </a:solidFill>
          <a:ln w="12700">
            <a:solidFill>
              <a:srgbClr val="16256F"/>
            </a:solidFill>
            <a:prstDash val="solid"/>
          </a:ln>
        </p:spPr>
        <p:txBody>
          <a:bodyPr/>
          <a:lstStyle/>
          <a:p>
            <a:endParaRPr lang="en-IN">
              <a:latin typeface="IBM Plex Sans" panose="020B0503050203000203" pitchFamily="34" charset="0"/>
            </a:endParaRPr>
          </a:p>
        </p:txBody>
      </p:sp>
      <p:sp>
        <p:nvSpPr>
          <p:cNvPr id="17" name="Text 15"/>
          <p:cNvSpPr/>
          <p:nvPr/>
        </p:nvSpPr>
        <p:spPr>
          <a:xfrm>
            <a:off x="7552944" y="1769364"/>
            <a:ext cx="4041648" cy="228600"/>
          </a:xfrm>
          <a:prstGeom prst="rect">
            <a:avLst/>
          </a:prstGeom>
          <a:noFill/>
          <a:ln/>
        </p:spPr>
        <p:txBody>
          <a:bodyPr wrap="square" lIns="0" tIns="0" rIns="0" bIns="0" rtlCol="0" anchor="ctr"/>
          <a:lstStyle/>
          <a:p>
            <a:pPr marL="0" indent="0">
              <a:buNone/>
            </a:pPr>
            <a:r>
              <a:rPr lang="en-US" sz="1100" b="1">
                <a:solidFill>
                  <a:srgbClr val="FFFFFF"/>
                </a:solidFill>
                <a:latin typeface="IBM Plex Sans" panose="020B0503050203000203" pitchFamily="34" charset="0"/>
                <a:ea typeface="IBM Plex Sans" pitchFamily="34" charset="-122"/>
                <a:cs typeface="IBM Plex Sans" pitchFamily="34" charset="-120"/>
              </a:rPr>
              <a:t>How IBM supports this</a:t>
            </a:r>
            <a:endParaRPr lang="en-US" sz="1100" b="1">
              <a:latin typeface="IBM Plex Sans" panose="020B0503050203000203" pitchFamily="34" charset="0"/>
            </a:endParaRPr>
          </a:p>
        </p:txBody>
      </p:sp>
      <p:sp>
        <p:nvSpPr>
          <p:cNvPr id="18" name="Shape 16"/>
          <p:cNvSpPr/>
          <p:nvPr/>
        </p:nvSpPr>
        <p:spPr>
          <a:xfrm>
            <a:off x="7443216" y="2011680"/>
            <a:ext cx="4261104" cy="2523744"/>
          </a:xfrm>
          <a:prstGeom prst="rect">
            <a:avLst/>
          </a:prstGeom>
          <a:solidFill>
            <a:srgbClr val="FFFFFF"/>
          </a:solidFill>
          <a:ln w="12700">
            <a:solidFill>
              <a:srgbClr val="B9C3D9"/>
            </a:solidFill>
            <a:prstDash val="solid"/>
          </a:ln>
          <a:effectLst>
            <a:outerShdw blurRad="12700" dist="50800" dir="2700000" algn="bl" rotWithShape="0">
              <a:srgbClr val="D0D0D0">
                <a:alpha val="15000"/>
              </a:srgbClr>
            </a:outerShdw>
          </a:effectLst>
        </p:spPr>
        <p:txBody>
          <a:bodyPr/>
          <a:lstStyle/>
          <a:p>
            <a:endParaRPr lang="en-IN">
              <a:latin typeface="IBM Plex Sans" panose="020B0503050203000203" pitchFamily="34" charset="0"/>
            </a:endParaRPr>
          </a:p>
        </p:txBody>
      </p:sp>
      <p:sp>
        <p:nvSpPr>
          <p:cNvPr id="19" name="Text 17"/>
          <p:cNvSpPr/>
          <p:nvPr/>
        </p:nvSpPr>
        <p:spPr>
          <a:xfrm>
            <a:off x="7552944" y="2103120"/>
            <a:ext cx="4041648" cy="2414016"/>
          </a:xfrm>
          <a:prstGeom prst="rect">
            <a:avLst/>
          </a:prstGeom>
          <a:noFill/>
          <a:ln/>
        </p:spPr>
        <p:txBody>
          <a:bodyPr wrap="square" lIns="254" tIns="254" rIns="254" bIns="254" rtlCol="0" anchor="t">
            <a:normAutofit fontScale="92500" lnSpcReduction="10000"/>
          </a:bodyPr>
          <a:lstStyle/>
          <a:p>
            <a:r>
              <a:rPr lang="en-US" sz="1200">
                <a:solidFill>
                  <a:srgbClr val="1F1F1F"/>
                </a:solidFill>
                <a:latin typeface="IBM Plex Sans" panose="020B0503050203000203" pitchFamily="34" charset="0"/>
              </a:rPr>
              <a:t>IBM enables intelligent data engineering with AI-assisted pipeline development, orchestration, execution, and operational management across any source, any engine, and any integration pattern. Built on an open, hybrid architecture, IBM helps organizations simplify the data engineering lifecycle and deliver AI and analytics ready data faster, without lock-in to a single platform.</a:t>
            </a:r>
          </a:p>
          <a:p>
            <a:endParaRPr lang="en-US" sz="1200">
              <a:solidFill>
                <a:srgbClr val="1F1F1F"/>
              </a:solidFill>
              <a:latin typeface="IBM Plex Sans" panose="020B0503050203000203" pitchFamily="34" charset="0"/>
            </a:endParaRPr>
          </a:p>
          <a:p>
            <a:pPr marL="0" indent="0">
              <a:buNone/>
            </a:pPr>
            <a:r>
              <a:rPr lang="en-US" sz="1100" b="1">
                <a:solidFill>
                  <a:srgbClr val="1F1F1F"/>
                </a:solidFill>
                <a:latin typeface="IBM Plex Sans" panose="020B0503050203000203" pitchFamily="34" charset="0"/>
                <a:ea typeface="IBM Plex Sans" pitchFamily="34" charset="-122"/>
                <a:cs typeface="IBM Plex Sans" pitchFamily="34" charset="-120"/>
              </a:rPr>
              <a:t>Specific components</a:t>
            </a:r>
            <a:endParaRPr lang="en-US" sz="1100" b="1">
              <a:latin typeface="IBM Plex Sans" panose="020B0503050203000203" pitchFamily="34" charset="0"/>
            </a:endParaRPr>
          </a:p>
          <a:p>
            <a:pPr marL="171450" indent="-171450" fontAlgn="base">
              <a:buFont typeface="Arial" panose="020B0604020202020204" pitchFamily="34" charset="0"/>
              <a:buChar char="•"/>
            </a:pPr>
            <a:r>
              <a:rPr lang="en-US" sz="1100">
                <a:solidFill>
                  <a:srgbClr val="1F1F1F"/>
                </a:solidFill>
                <a:latin typeface="IBM Plex Sans" panose="020B0503050203000203" pitchFamily="34" charset="0"/>
              </a:rPr>
              <a:t>Confluent​</a:t>
            </a:r>
          </a:p>
          <a:p>
            <a:pPr marL="171450" indent="-171450" fontAlgn="base">
              <a:buFont typeface="Arial" panose="020B0604020202020204" pitchFamily="34" charset="0"/>
              <a:buChar char="•"/>
            </a:pPr>
            <a:r>
              <a:rPr lang="en-US" sz="1100">
                <a:solidFill>
                  <a:srgbClr val="1F1F1F"/>
                </a:solidFill>
                <a:latin typeface="IBM Plex Sans" panose="020B0503050203000203" pitchFamily="34" charset="0"/>
              </a:rPr>
              <a:t>DataStage (ETL/ELT)​</a:t>
            </a:r>
          </a:p>
          <a:p>
            <a:pPr marL="171450" indent="-171450" fontAlgn="base">
              <a:buFont typeface="Arial" panose="020B0604020202020204" pitchFamily="34" charset="0"/>
              <a:buChar char="•"/>
            </a:pPr>
            <a:r>
              <a:rPr lang="en-US" sz="1100" err="1">
                <a:solidFill>
                  <a:srgbClr val="1F1F1F"/>
                </a:solidFill>
                <a:latin typeface="IBM Plex Sans" panose="020B0503050203000203" pitchFamily="34" charset="0"/>
              </a:rPr>
              <a:t>StreamSets</a:t>
            </a:r>
            <a:r>
              <a:rPr lang="en-US" sz="1100">
                <a:solidFill>
                  <a:srgbClr val="1F1F1F"/>
                </a:solidFill>
                <a:latin typeface="IBM Plex Sans" panose="020B0503050203000203" pitchFamily="34" charset="0"/>
              </a:rPr>
              <a:t> (Streaming)​</a:t>
            </a:r>
          </a:p>
          <a:p>
            <a:pPr marL="171450" indent="-171450" fontAlgn="base">
              <a:buFont typeface="Arial" panose="020B0604020202020204" pitchFamily="34" charset="0"/>
              <a:buChar char="•"/>
            </a:pPr>
            <a:r>
              <a:rPr lang="en-US" sz="1100" err="1">
                <a:solidFill>
                  <a:srgbClr val="1F1F1F"/>
                </a:solidFill>
                <a:latin typeface="IBM Plex Sans" panose="020B0503050203000203" pitchFamily="34" charset="0"/>
              </a:rPr>
              <a:t>Databand</a:t>
            </a:r>
            <a:r>
              <a:rPr lang="en-US" sz="1100">
                <a:solidFill>
                  <a:srgbClr val="1F1F1F"/>
                </a:solidFill>
                <a:latin typeface="IBM Plex Sans" panose="020B0503050203000203" pitchFamily="34" charset="0"/>
              </a:rPr>
              <a:t> (Data observability)​</a:t>
            </a:r>
          </a:p>
          <a:p>
            <a:pPr marL="171450" indent="-171450" fontAlgn="base">
              <a:buFont typeface="Arial" panose="020B0604020202020204" pitchFamily="34" charset="0"/>
              <a:buChar char="•"/>
            </a:pPr>
            <a:r>
              <a:rPr lang="en-US" sz="1100">
                <a:solidFill>
                  <a:srgbClr val="1F1F1F"/>
                </a:solidFill>
                <a:latin typeface="IBM Plex Sans" panose="020B0503050203000203" pitchFamily="34" charset="0"/>
              </a:rPr>
              <a:t>Unstructured data processing​</a:t>
            </a:r>
          </a:p>
          <a:p>
            <a:pPr marL="171450" indent="-171450" fontAlgn="base">
              <a:buFont typeface="Arial" panose="020B0604020202020204" pitchFamily="34" charset="0"/>
              <a:buChar char="•"/>
            </a:pPr>
            <a:r>
              <a:rPr lang="en-US" sz="1100">
                <a:solidFill>
                  <a:srgbClr val="1F1F1F"/>
                </a:solidFill>
                <a:latin typeface="IBM Plex Sans" panose="020B0503050203000203" pitchFamily="34" charset="0"/>
              </a:rPr>
              <a:t>Data Replication/CDC​</a:t>
            </a:r>
          </a:p>
          <a:p>
            <a:pPr marL="171450" indent="-171450" fontAlgn="base">
              <a:buFont typeface="Arial" panose="020B0604020202020204" pitchFamily="34" charset="0"/>
              <a:buChar char="•"/>
            </a:pPr>
            <a:r>
              <a:rPr lang="en-US" sz="1100">
                <a:solidFill>
                  <a:srgbClr val="1F1F1F"/>
                </a:solidFill>
                <a:latin typeface="IBM Plex Sans" panose="020B0503050203000203" pitchFamily="34" charset="0"/>
              </a:rPr>
              <a:t>Orchestration</a:t>
            </a:r>
          </a:p>
        </p:txBody>
      </p:sp>
      <p:sp>
        <p:nvSpPr>
          <p:cNvPr id="20" name="Shape 18"/>
          <p:cNvSpPr/>
          <p:nvPr/>
        </p:nvSpPr>
        <p:spPr>
          <a:xfrm>
            <a:off x="475488" y="4736592"/>
            <a:ext cx="11228832" cy="292608"/>
          </a:xfrm>
          <a:prstGeom prst="rect">
            <a:avLst/>
          </a:prstGeom>
          <a:solidFill>
            <a:srgbClr val="16256F"/>
          </a:solidFill>
          <a:ln w="12700">
            <a:solidFill>
              <a:srgbClr val="16256F"/>
            </a:solidFill>
            <a:prstDash val="solid"/>
          </a:ln>
        </p:spPr>
        <p:txBody>
          <a:bodyPr/>
          <a:lstStyle/>
          <a:p>
            <a:endParaRPr lang="en-IN">
              <a:latin typeface="IBM Plex Sans" panose="020B0503050203000203" pitchFamily="34" charset="0"/>
            </a:endParaRPr>
          </a:p>
        </p:txBody>
      </p:sp>
      <p:sp>
        <p:nvSpPr>
          <p:cNvPr id="21" name="Text 19"/>
          <p:cNvSpPr/>
          <p:nvPr/>
        </p:nvSpPr>
        <p:spPr>
          <a:xfrm>
            <a:off x="585216" y="4786884"/>
            <a:ext cx="11009376" cy="228600"/>
          </a:xfrm>
          <a:prstGeom prst="rect">
            <a:avLst/>
          </a:prstGeom>
          <a:noFill/>
          <a:ln/>
        </p:spPr>
        <p:txBody>
          <a:bodyPr wrap="square" lIns="0" tIns="0" rIns="0" bIns="0" rtlCol="0" anchor="ctr"/>
          <a:lstStyle/>
          <a:p>
            <a:pPr marL="0" indent="0">
              <a:buNone/>
            </a:pPr>
            <a:r>
              <a:rPr lang="en-US" sz="1050">
                <a:solidFill>
                  <a:srgbClr val="FFFFFF"/>
                </a:solidFill>
                <a:latin typeface="IBM Plex Sans" panose="020B0503050203000203" pitchFamily="34" charset="0"/>
                <a:ea typeface="IBM Plex Sans" pitchFamily="34" charset="-122"/>
                <a:cs typeface="IBM Plex Sans" pitchFamily="34" charset="-120"/>
              </a:rPr>
              <a:t>Elevator pitch</a:t>
            </a:r>
            <a:endParaRPr lang="en-US" sz="1050">
              <a:latin typeface="IBM Plex Sans" panose="020B0503050203000203" pitchFamily="34" charset="0"/>
            </a:endParaRPr>
          </a:p>
        </p:txBody>
      </p:sp>
      <p:sp>
        <p:nvSpPr>
          <p:cNvPr id="22" name="Shape 20"/>
          <p:cNvSpPr/>
          <p:nvPr/>
        </p:nvSpPr>
        <p:spPr>
          <a:xfrm>
            <a:off x="475488" y="5029200"/>
            <a:ext cx="11228832" cy="1325880"/>
          </a:xfrm>
          <a:prstGeom prst="rect">
            <a:avLst/>
          </a:prstGeom>
          <a:solidFill>
            <a:srgbClr val="DDEBFF"/>
          </a:solidFill>
          <a:ln w="12700">
            <a:solidFill>
              <a:srgbClr val="0F62FE"/>
            </a:solidFill>
            <a:prstDash val="solid"/>
          </a:ln>
        </p:spPr>
        <p:txBody>
          <a:bodyPr/>
          <a:lstStyle/>
          <a:p>
            <a:endParaRPr lang="en-IN">
              <a:latin typeface="IBM Plex Sans" panose="020B0503050203000203" pitchFamily="34" charset="0"/>
            </a:endParaRPr>
          </a:p>
        </p:txBody>
      </p:sp>
      <p:sp>
        <p:nvSpPr>
          <p:cNvPr id="23" name="Text 21"/>
          <p:cNvSpPr/>
          <p:nvPr/>
        </p:nvSpPr>
        <p:spPr>
          <a:xfrm>
            <a:off x="658368" y="5148072"/>
            <a:ext cx="11045952" cy="1078992"/>
          </a:xfrm>
          <a:prstGeom prst="rect">
            <a:avLst/>
          </a:prstGeom>
          <a:noFill/>
          <a:ln/>
        </p:spPr>
        <p:txBody>
          <a:bodyPr wrap="square" lIns="127" tIns="127" rIns="127" bIns="127" rtlCol="0" anchor="t">
            <a:normAutofit lnSpcReduction="10000"/>
          </a:bodyPr>
          <a:lstStyle/>
          <a:p>
            <a:r>
              <a:rPr lang="en-US" sz="1300">
                <a:solidFill>
                  <a:srgbClr val="000000"/>
                </a:solidFill>
                <a:latin typeface="IBM Plex Sans"/>
                <a:cs typeface="Arial"/>
              </a:rPr>
              <a:t>Data engineering has evolved beyond building pipelines. Organizations need to connect data from any source, prepare and deliver it for AI and analytics, and continuously optimize data operations across increasingly complex hybrid environments. </a:t>
            </a:r>
          </a:p>
          <a:p>
            <a:endParaRPr lang="en-US" sz="1300">
              <a:solidFill>
                <a:srgbClr val="000000"/>
              </a:solidFill>
              <a:latin typeface="IBM Plex Sans"/>
              <a:cs typeface="Arial"/>
            </a:endParaRPr>
          </a:p>
          <a:p>
            <a:r>
              <a:rPr lang="en-US" sz="1300">
                <a:solidFill>
                  <a:srgbClr val="000000"/>
                </a:solidFill>
                <a:latin typeface="IBM Plex Sans"/>
                <a:cs typeface="Arial"/>
              </a:rPr>
              <a:t>With a single control plane, IBM enables intelligent data engineering with AI-assisted development, orchestration, execution and operational management that works across any source, any engine, and any integration pattern, helping organizations deliver AI and analytics data ready data faster without vendor lock-in.</a:t>
            </a:r>
          </a:p>
        </p:txBody>
      </p:sp>
      <p:sp>
        <p:nvSpPr>
          <p:cNvPr id="24" name="Text 22"/>
          <p:cNvSpPr/>
          <p:nvPr/>
        </p:nvSpPr>
        <p:spPr>
          <a:xfrm>
            <a:off x="475488" y="6519672"/>
            <a:ext cx="6858000" cy="137160"/>
          </a:xfrm>
          <a:prstGeom prst="rect">
            <a:avLst/>
          </a:prstGeom>
          <a:noFill/>
          <a:ln/>
        </p:spPr>
        <p:txBody>
          <a:bodyPr wrap="square" lIns="0" tIns="0" rIns="0" bIns="0" rtlCol="0" anchor="ctr"/>
          <a:lstStyle/>
          <a:p>
            <a:pPr marL="0" indent="0">
              <a:buNone/>
            </a:pPr>
            <a:r>
              <a:rPr lang="en-US" sz="650">
                <a:solidFill>
                  <a:srgbClr val="4D5358"/>
                </a:solidFill>
                <a:latin typeface="IBM Plex Sans" panose="020B0503050203000203" pitchFamily="34" charset="0"/>
                <a:ea typeface="IBM Plex Sans" pitchFamily="34" charset="-122"/>
                <a:cs typeface="IBM Plex Sans" pitchFamily="34" charset="-120"/>
              </a:rPr>
              <a:t>IBM Data Platform Positioning, Messaging, &amp; Packaging | Q32026 | Internal planning draft</a:t>
            </a:r>
            <a:endParaRPr lang="en-US" sz="650">
              <a:latin typeface="IBM Plex Sans" panose="020B0503050203000203" pitchFamily="34" charset="0"/>
            </a:endParaRPr>
          </a:p>
        </p:txBody>
      </p:sp>
      <p:sp>
        <p:nvSpPr>
          <p:cNvPr id="25" name="Text 23"/>
          <p:cNvSpPr/>
          <p:nvPr/>
        </p:nvSpPr>
        <p:spPr>
          <a:xfrm>
            <a:off x="10698480" y="6519672"/>
            <a:ext cx="1005840" cy="137160"/>
          </a:xfrm>
          <a:prstGeom prst="rect">
            <a:avLst/>
          </a:prstGeom>
          <a:noFill/>
          <a:ln/>
        </p:spPr>
        <p:txBody>
          <a:bodyPr wrap="square" lIns="0" tIns="0" rIns="0" bIns="0" rtlCol="0" anchor="ctr"/>
          <a:lstStyle/>
          <a:p>
            <a:pPr marL="0" indent="0" algn="r">
              <a:buNone/>
            </a:pPr>
            <a:r>
              <a:rPr lang="en-US" sz="650">
                <a:solidFill>
                  <a:srgbClr val="4D5358"/>
                </a:solidFill>
                <a:latin typeface="IBM Plex Sans" panose="020B0503050203000203" pitchFamily="34" charset="0"/>
                <a:ea typeface="IBM Plex Sans" pitchFamily="34" charset="-122"/>
                <a:cs typeface="IBM Plex Sans" pitchFamily="34" charset="-120"/>
              </a:rPr>
              <a:t>IBM Internal</a:t>
            </a:r>
            <a:endParaRPr lang="en-US" sz="650">
              <a:latin typeface="IBM Plex Sans" panose="020B0503050203000203" pitchFamily="34" charset="0"/>
            </a:endParaRPr>
          </a:p>
        </p:txBody>
      </p:sp>
      <p:sp>
        <p:nvSpPr>
          <p:cNvPr id="27" name="5-Point Star 26">
            <a:extLst>
              <a:ext uri="{FF2B5EF4-FFF2-40B4-BE49-F238E27FC236}">
                <a16:creationId xmlns:a16="http://schemas.microsoft.com/office/drawing/2014/main" id="{BDE170D3-32F8-BBD2-0363-2CFCD2A50AA2}"/>
              </a:ext>
            </a:extLst>
          </p:cNvPr>
          <p:cNvSpPr/>
          <p:nvPr/>
        </p:nvSpPr>
        <p:spPr>
          <a:xfrm>
            <a:off x="217142" y="4786134"/>
            <a:ext cx="203482" cy="193523"/>
          </a:xfrm>
          <a:prstGeom prst="star5">
            <a:avLst/>
          </a:prstGeom>
          <a:solidFill>
            <a:srgbClr val="70AD47">
              <a:lumMod val="7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IBM Plex Sans" panose="020B0503050203000203" pitchFamily="34" charset="0"/>
              <a:ea typeface="+mn-ea"/>
              <a:cs typeface="+mn-cs"/>
            </a:endParaRPr>
          </a:p>
        </p:txBody>
      </p:sp>
      <p:sp>
        <p:nvSpPr>
          <p:cNvPr id="28" name="5-Point Star 27">
            <a:extLst>
              <a:ext uri="{FF2B5EF4-FFF2-40B4-BE49-F238E27FC236}">
                <a16:creationId xmlns:a16="http://schemas.microsoft.com/office/drawing/2014/main" id="{036DDC34-93C5-0D67-6BCD-FA0593D67897}"/>
              </a:ext>
            </a:extLst>
          </p:cNvPr>
          <p:cNvSpPr/>
          <p:nvPr/>
        </p:nvSpPr>
        <p:spPr>
          <a:xfrm>
            <a:off x="9798330" y="542140"/>
            <a:ext cx="293917" cy="279532"/>
          </a:xfrm>
          <a:prstGeom prst="star5">
            <a:avLst/>
          </a:prstGeom>
          <a:solidFill>
            <a:srgbClr val="70AD47">
              <a:lumMod val="7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IBM Plex Sans" panose="020B0503050203000203" pitchFamily="34" charset="0"/>
              <a:ea typeface="+mn-ea"/>
              <a:cs typeface="+mn-cs"/>
            </a:endParaRPr>
          </a:p>
        </p:txBody>
      </p:sp>
      <p:sp>
        <p:nvSpPr>
          <p:cNvPr id="29" name="Text 1">
            <a:extLst>
              <a:ext uri="{FF2B5EF4-FFF2-40B4-BE49-F238E27FC236}">
                <a16:creationId xmlns:a16="http://schemas.microsoft.com/office/drawing/2014/main" id="{6E2A1C8A-65EC-A462-6EC8-480A20F4126D}"/>
              </a:ext>
            </a:extLst>
          </p:cNvPr>
          <p:cNvSpPr/>
          <p:nvPr/>
        </p:nvSpPr>
        <p:spPr>
          <a:xfrm>
            <a:off x="10092247" y="615826"/>
            <a:ext cx="1881150" cy="197990"/>
          </a:xfrm>
          <a:prstGeom prst="rect">
            <a:avLst/>
          </a:prstGeom>
          <a:noFill/>
          <a:ln/>
        </p:spPr>
        <p:txBody>
          <a:bodyPr wrap="square" lIns="0" tIns="0" rIns="0" bIns="0" rtlCol="0" anchor="ctr"/>
          <a:lstStyle/>
          <a:p>
            <a:pPr>
              <a:defRPr/>
            </a:pPr>
            <a:r>
              <a:rPr lang="en-US" sz="1200">
                <a:solidFill>
                  <a:prstClr val="black"/>
                </a:solidFill>
                <a:highlight>
                  <a:srgbClr val="FFFF00"/>
                </a:highlight>
                <a:latin typeface="IBM Plex Sans" panose="020B0503050203000203" pitchFamily="34" charset="0"/>
                <a:ea typeface="Arial" pitchFamily="34" charset="-122"/>
                <a:cs typeface="Arial" pitchFamily="34" charset="-120"/>
              </a:rPr>
              <a:t>Feedback required</a:t>
            </a:r>
            <a:endParaRPr lang="en-US" sz="1200">
              <a:solidFill>
                <a:prstClr val="black"/>
              </a:solidFill>
              <a:highlight>
                <a:srgbClr val="FFFF00"/>
              </a:highlight>
              <a:latin typeface="IBM Plex Sans" panose="020B0503050203000203" pitchFamily="34" charset="0"/>
              <a:cs typeface="Arial"/>
            </a:endParaRPr>
          </a:p>
        </p:txBody>
      </p:sp>
      <p:sp>
        <p:nvSpPr>
          <p:cNvPr id="26" name="5-Point Star 25">
            <a:extLst>
              <a:ext uri="{FF2B5EF4-FFF2-40B4-BE49-F238E27FC236}">
                <a16:creationId xmlns:a16="http://schemas.microsoft.com/office/drawing/2014/main" id="{F419442E-D795-62CC-BA03-1D6FB2CE22B6}"/>
              </a:ext>
            </a:extLst>
          </p:cNvPr>
          <p:cNvSpPr/>
          <p:nvPr/>
        </p:nvSpPr>
        <p:spPr>
          <a:xfrm>
            <a:off x="350481" y="1517904"/>
            <a:ext cx="293917" cy="279532"/>
          </a:xfrm>
          <a:prstGeom prst="star5">
            <a:avLst/>
          </a:prstGeom>
          <a:solidFill>
            <a:srgbClr val="70AD47">
              <a:lumMod val="7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IBM Plex Sans" panose="020B0503050203000203" pitchFamily="34" charset="0"/>
              <a:ea typeface="+mn-ea"/>
              <a:cs typeface="+mn-cs"/>
            </a:endParaRPr>
          </a:p>
        </p:txBody>
      </p:sp>
      <p:sp>
        <p:nvSpPr>
          <p:cNvPr id="30" name="5-Point Star 29">
            <a:extLst>
              <a:ext uri="{FF2B5EF4-FFF2-40B4-BE49-F238E27FC236}">
                <a16:creationId xmlns:a16="http://schemas.microsoft.com/office/drawing/2014/main" id="{13821E06-FB07-7D02-92E1-8591FFCBB143}"/>
              </a:ext>
            </a:extLst>
          </p:cNvPr>
          <p:cNvSpPr/>
          <p:nvPr/>
        </p:nvSpPr>
        <p:spPr>
          <a:xfrm>
            <a:off x="3876401" y="1510086"/>
            <a:ext cx="293917" cy="279532"/>
          </a:xfrm>
          <a:prstGeom prst="star5">
            <a:avLst/>
          </a:prstGeom>
          <a:solidFill>
            <a:srgbClr val="70AD47">
              <a:lumMod val="7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IBM Plex Sans" panose="020B0503050203000203" pitchFamily="34" charset="0"/>
              <a:ea typeface="+mn-ea"/>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02FB7F-3929-2665-6840-95E00769B53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7C2EF15-E4FB-0469-491A-BB04D80A044E}"/>
              </a:ext>
            </a:extLst>
          </p:cNvPr>
          <p:cNvSpPr/>
          <p:nvPr/>
        </p:nvSpPr>
        <p:spPr>
          <a:xfrm>
            <a:off x="0" y="0"/>
            <a:ext cx="12191695" cy="329184"/>
          </a:xfrm>
          <a:prstGeom prst="rect">
            <a:avLst/>
          </a:prstGeom>
          <a:solidFill>
            <a:srgbClr val="16256F"/>
          </a:solidFill>
          <a:ln w="12700">
            <a:solidFill>
              <a:srgbClr val="16256F"/>
            </a:solidFill>
            <a:prstDash val="solid"/>
          </a:ln>
        </p:spPr>
        <p:txBody>
          <a:bodyPr/>
          <a:lstStyle/>
          <a:p>
            <a:endParaRPr lang="en-IN">
              <a:latin typeface="IBM Plex Sans" panose="020B0503050203000203" pitchFamily="34" charset="0"/>
            </a:endParaRPr>
          </a:p>
        </p:txBody>
      </p:sp>
      <p:sp>
        <p:nvSpPr>
          <p:cNvPr id="3" name="Text 1">
            <a:extLst>
              <a:ext uri="{FF2B5EF4-FFF2-40B4-BE49-F238E27FC236}">
                <a16:creationId xmlns:a16="http://schemas.microsoft.com/office/drawing/2014/main" id="{CBF8E407-E4FC-B25E-95D7-E435D8FB3437}"/>
              </a:ext>
            </a:extLst>
          </p:cNvPr>
          <p:cNvSpPr/>
          <p:nvPr/>
        </p:nvSpPr>
        <p:spPr>
          <a:xfrm>
            <a:off x="320040" y="73152"/>
            <a:ext cx="7772400" cy="164592"/>
          </a:xfrm>
          <a:prstGeom prst="rect">
            <a:avLst/>
          </a:prstGeom>
          <a:noFill/>
          <a:ln/>
        </p:spPr>
        <p:txBody>
          <a:bodyPr wrap="square" lIns="0" tIns="0" rIns="0" bIns="0" rtlCol="0" anchor="ctr"/>
          <a:lstStyle/>
          <a:p>
            <a:pPr marL="0" indent="0">
              <a:buNone/>
            </a:pPr>
            <a:r>
              <a:rPr lang="en-US" sz="1300">
                <a:solidFill>
                  <a:srgbClr val="FFFFFF"/>
                </a:solidFill>
                <a:latin typeface="IBM Plex Sans" panose="020B0503050203000203" pitchFamily="34" charset="0"/>
                <a:ea typeface="IBM Plex Sans" pitchFamily="34" charset="-122"/>
                <a:cs typeface="IBM Plex Sans" pitchFamily="34" charset="-120"/>
              </a:rPr>
              <a:t>IBM Data Positioning &amp; Messaging – GTM Motion Summary</a:t>
            </a:r>
            <a:endParaRPr lang="en-US" sz="1300">
              <a:latin typeface="IBM Plex Sans" panose="020B0503050203000203" pitchFamily="34" charset="0"/>
            </a:endParaRPr>
          </a:p>
        </p:txBody>
      </p:sp>
      <p:sp>
        <p:nvSpPr>
          <p:cNvPr id="4" name="Text 2">
            <a:extLst>
              <a:ext uri="{FF2B5EF4-FFF2-40B4-BE49-F238E27FC236}">
                <a16:creationId xmlns:a16="http://schemas.microsoft.com/office/drawing/2014/main" id="{17043D9F-D834-C2D8-C32F-910AAEAEF99A}"/>
              </a:ext>
            </a:extLst>
          </p:cNvPr>
          <p:cNvSpPr/>
          <p:nvPr/>
        </p:nvSpPr>
        <p:spPr>
          <a:xfrm>
            <a:off x="475488" y="530352"/>
            <a:ext cx="11155680" cy="347472"/>
          </a:xfrm>
          <a:prstGeom prst="rect">
            <a:avLst/>
          </a:prstGeom>
          <a:noFill/>
          <a:ln/>
        </p:spPr>
        <p:txBody>
          <a:bodyPr wrap="square" lIns="0" tIns="0" rIns="0" bIns="0" rtlCol="0" anchor="ctr"/>
          <a:lstStyle/>
          <a:p>
            <a:pPr defTabSz="914507"/>
            <a:r>
              <a:rPr lang="en-US" sz="2200">
                <a:solidFill>
                  <a:srgbClr val="3D66E8"/>
                </a:solidFill>
                <a:latin typeface="IBM Plex Sans"/>
              </a:rPr>
              <a:t>Motion 2: Build responsible AI with governed data</a:t>
            </a:r>
          </a:p>
        </p:txBody>
      </p:sp>
      <p:sp>
        <p:nvSpPr>
          <p:cNvPr id="5" name="Shape 3">
            <a:extLst>
              <a:ext uri="{FF2B5EF4-FFF2-40B4-BE49-F238E27FC236}">
                <a16:creationId xmlns:a16="http://schemas.microsoft.com/office/drawing/2014/main" id="{A32D1A84-AAB1-0274-2AC2-8806970785A2}"/>
              </a:ext>
            </a:extLst>
          </p:cNvPr>
          <p:cNvSpPr/>
          <p:nvPr/>
        </p:nvSpPr>
        <p:spPr>
          <a:xfrm>
            <a:off x="475488" y="1014984"/>
            <a:ext cx="11228832" cy="457200"/>
          </a:xfrm>
          <a:prstGeom prst="rect">
            <a:avLst/>
          </a:prstGeom>
          <a:solidFill>
            <a:srgbClr val="FFFFFF"/>
          </a:solidFill>
          <a:ln w="12700">
            <a:solidFill>
              <a:srgbClr val="B9C3D9"/>
            </a:solidFill>
            <a:prstDash val="solid"/>
          </a:ln>
          <a:effectLst>
            <a:outerShdw blurRad="12700" dist="50800" dir="2700000" algn="bl" rotWithShape="0">
              <a:srgbClr val="C4C4C4">
                <a:alpha val="18000"/>
              </a:srgbClr>
            </a:outerShdw>
          </a:effectLst>
        </p:spPr>
        <p:txBody>
          <a:bodyPr/>
          <a:lstStyle/>
          <a:p>
            <a:endParaRPr lang="en-IN">
              <a:latin typeface="IBM Plex Sans" panose="020B0503050203000203" pitchFamily="34" charset="0"/>
            </a:endParaRPr>
          </a:p>
        </p:txBody>
      </p:sp>
      <p:sp>
        <p:nvSpPr>
          <p:cNvPr id="6" name="Text 4">
            <a:extLst>
              <a:ext uri="{FF2B5EF4-FFF2-40B4-BE49-F238E27FC236}">
                <a16:creationId xmlns:a16="http://schemas.microsoft.com/office/drawing/2014/main" id="{A7524518-184A-00D6-F2F1-9CA72CE11BAC}"/>
              </a:ext>
            </a:extLst>
          </p:cNvPr>
          <p:cNvSpPr/>
          <p:nvPr/>
        </p:nvSpPr>
        <p:spPr>
          <a:xfrm>
            <a:off x="658368" y="1161288"/>
            <a:ext cx="1234440" cy="164592"/>
          </a:xfrm>
          <a:prstGeom prst="rect">
            <a:avLst/>
          </a:prstGeom>
          <a:noFill/>
          <a:ln/>
        </p:spPr>
        <p:txBody>
          <a:bodyPr wrap="square" lIns="0" tIns="0" rIns="0" bIns="0" rtlCol="0" anchor="ctr"/>
          <a:lstStyle/>
          <a:p>
            <a:pPr marL="0" indent="0">
              <a:buNone/>
            </a:pPr>
            <a:r>
              <a:rPr lang="en-US" sz="1100" b="1">
                <a:solidFill>
                  <a:srgbClr val="16256F"/>
                </a:solidFill>
                <a:latin typeface="IBM Plex Sans" panose="020B0503050203000203" pitchFamily="34" charset="0"/>
                <a:ea typeface="IBM Plex Sans" pitchFamily="34" charset="-122"/>
                <a:cs typeface="IBM Plex Sans" pitchFamily="34" charset="-120"/>
              </a:rPr>
              <a:t>Motion purpose</a:t>
            </a:r>
            <a:endParaRPr lang="en-US" sz="1100">
              <a:latin typeface="IBM Plex Sans" panose="020B0503050203000203" pitchFamily="34" charset="0"/>
            </a:endParaRPr>
          </a:p>
        </p:txBody>
      </p:sp>
      <p:sp>
        <p:nvSpPr>
          <p:cNvPr id="7" name="Text 5">
            <a:extLst>
              <a:ext uri="{FF2B5EF4-FFF2-40B4-BE49-F238E27FC236}">
                <a16:creationId xmlns:a16="http://schemas.microsoft.com/office/drawing/2014/main" id="{6D0271C3-181A-BE92-1AA5-F07746492BD3}"/>
              </a:ext>
            </a:extLst>
          </p:cNvPr>
          <p:cNvSpPr/>
          <p:nvPr/>
        </p:nvSpPr>
        <p:spPr>
          <a:xfrm>
            <a:off x="1993392" y="1101852"/>
            <a:ext cx="9418320" cy="292608"/>
          </a:xfrm>
          <a:prstGeom prst="rect">
            <a:avLst/>
          </a:prstGeom>
          <a:noFill/>
          <a:ln/>
        </p:spPr>
        <p:txBody>
          <a:bodyPr wrap="square" lIns="0" tIns="0" rIns="0" bIns="0" rtlCol="0" anchor="ctr">
            <a:noAutofit/>
          </a:bodyPr>
          <a:lstStyle/>
          <a:p>
            <a:pPr defTabSz="914507"/>
            <a:r>
              <a:rPr lang="en-US" sz="1200">
                <a:solidFill>
                  <a:srgbClr val="2D2D2D"/>
                </a:solidFill>
                <a:ea typeface="+mn-lt"/>
                <a:cs typeface="+mn-lt"/>
              </a:rPr>
              <a:t>Establish a governed data foundation that helps organizations open up trusted data access while meeting compliance requirements, reducing risk, and building trust across enterprise data assets.</a:t>
            </a:r>
            <a:endParaRPr lang="en-US" sz="1200">
              <a:solidFill>
                <a:srgbClr val="000000"/>
              </a:solidFill>
            </a:endParaRPr>
          </a:p>
        </p:txBody>
      </p:sp>
      <p:sp>
        <p:nvSpPr>
          <p:cNvPr id="8" name="Shape 6">
            <a:extLst>
              <a:ext uri="{FF2B5EF4-FFF2-40B4-BE49-F238E27FC236}">
                <a16:creationId xmlns:a16="http://schemas.microsoft.com/office/drawing/2014/main" id="{54D84FFE-7367-0654-C0B4-E1D8FDA4DDFD}"/>
              </a:ext>
            </a:extLst>
          </p:cNvPr>
          <p:cNvSpPr/>
          <p:nvPr/>
        </p:nvSpPr>
        <p:spPr>
          <a:xfrm>
            <a:off x="475488" y="1719072"/>
            <a:ext cx="3246120" cy="292608"/>
          </a:xfrm>
          <a:prstGeom prst="rect">
            <a:avLst/>
          </a:prstGeom>
          <a:solidFill>
            <a:srgbClr val="16256F"/>
          </a:solidFill>
          <a:ln w="12700">
            <a:solidFill>
              <a:srgbClr val="16256F"/>
            </a:solidFill>
            <a:prstDash val="solid"/>
          </a:ln>
        </p:spPr>
        <p:txBody>
          <a:bodyPr/>
          <a:lstStyle/>
          <a:p>
            <a:endParaRPr lang="en-IN">
              <a:latin typeface="IBM Plex Sans" panose="020B0503050203000203" pitchFamily="34" charset="0"/>
            </a:endParaRPr>
          </a:p>
        </p:txBody>
      </p:sp>
      <p:sp>
        <p:nvSpPr>
          <p:cNvPr id="9" name="Text 7">
            <a:extLst>
              <a:ext uri="{FF2B5EF4-FFF2-40B4-BE49-F238E27FC236}">
                <a16:creationId xmlns:a16="http://schemas.microsoft.com/office/drawing/2014/main" id="{51053BB3-E8D7-5D10-8C12-0E781B58BFD5}"/>
              </a:ext>
            </a:extLst>
          </p:cNvPr>
          <p:cNvSpPr/>
          <p:nvPr/>
        </p:nvSpPr>
        <p:spPr>
          <a:xfrm>
            <a:off x="585216" y="1769364"/>
            <a:ext cx="3026664" cy="228600"/>
          </a:xfrm>
          <a:prstGeom prst="rect">
            <a:avLst/>
          </a:prstGeom>
          <a:noFill/>
          <a:ln/>
        </p:spPr>
        <p:txBody>
          <a:bodyPr wrap="square" lIns="0" tIns="0" rIns="0" bIns="0" rtlCol="0" anchor="ctr"/>
          <a:lstStyle/>
          <a:p>
            <a:pPr marL="0" indent="0">
              <a:buNone/>
            </a:pPr>
            <a:r>
              <a:rPr lang="en-US" sz="1100" b="1">
                <a:solidFill>
                  <a:srgbClr val="FFFFFF"/>
                </a:solidFill>
                <a:latin typeface="IBM Plex Sans" panose="020B0503050203000203" pitchFamily="34" charset="0"/>
                <a:ea typeface="IBM Plex Sans" pitchFamily="34" charset="-122"/>
                <a:cs typeface="IBM Plex Sans" pitchFamily="34" charset="-120"/>
              </a:rPr>
              <a:t>Customer challenge</a:t>
            </a:r>
            <a:endParaRPr lang="en-US" sz="1100" b="1">
              <a:latin typeface="IBM Plex Sans" panose="020B0503050203000203" pitchFamily="34" charset="0"/>
            </a:endParaRPr>
          </a:p>
        </p:txBody>
      </p:sp>
      <p:sp>
        <p:nvSpPr>
          <p:cNvPr id="10" name="Shape 8">
            <a:extLst>
              <a:ext uri="{FF2B5EF4-FFF2-40B4-BE49-F238E27FC236}">
                <a16:creationId xmlns:a16="http://schemas.microsoft.com/office/drawing/2014/main" id="{7A772E9E-D5EC-4B7A-B3A5-05D27A7EE172}"/>
              </a:ext>
            </a:extLst>
          </p:cNvPr>
          <p:cNvSpPr/>
          <p:nvPr/>
        </p:nvSpPr>
        <p:spPr>
          <a:xfrm>
            <a:off x="475488" y="2011680"/>
            <a:ext cx="3246120" cy="2523744"/>
          </a:xfrm>
          <a:prstGeom prst="rect">
            <a:avLst/>
          </a:prstGeom>
          <a:solidFill>
            <a:srgbClr val="FFFFFF"/>
          </a:solidFill>
          <a:ln w="12700">
            <a:solidFill>
              <a:srgbClr val="B9C3D9"/>
            </a:solidFill>
            <a:prstDash val="solid"/>
          </a:ln>
          <a:effectLst>
            <a:outerShdw blurRad="12700" dist="50800" dir="2700000" algn="bl" rotWithShape="0">
              <a:srgbClr val="D0D0D0">
                <a:alpha val="15000"/>
              </a:srgbClr>
            </a:outerShdw>
          </a:effectLst>
        </p:spPr>
        <p:txBody>
          <a:bodyPr/>
          <a:lstStyle/>
          <a:p>
            <a:endParaRPr lang="en-IN">
              <a:latin typeface="IBM Plex Sans" panose="020B0503050203000203" pitchFamily="34" charset="0"/>
            </a:endParaRPr>
          </a:p>
        </p:txBody>
      </p:sp>
      <p:sp>
        <p:nvSpPr>
          <p:cNvPr id="11" name="Text 9">
            <a:extLst>
              <a:ext uri="{FF2B5EF4-FFF2-40B4-BE49-F238E27FC236}">
                <a16:creationId xmlns:a16="http://schemas.microsoft.com/office/drawing/2014/main" id="{3DA6B84B-4A9A-3086-900A-EAB8B6030722}"/>
              </a:ext>
            </a:extLst>
          </p:cNvPr>
          <p:cNvSpPr/>
          <p:nvPr/>
        </p:nvSpPr>
        <p:spPr>
          <a:xfrm>
            <a:off x="585216" y="2103120"/>
            <a:ext cx="3026664" cy="2414016"/>
          </a:xfrm>
          <a:prstGeom prst="rect">
            <a:avLst/>
          </a:prstGeom>
          <a:noFill/>
          <a:ln/>
        </p:spPr>
        <p:txBody>
          <a:bodyPr wrap="square" lIns="254" tIns="254" rIns="254" bIns="254" rtlCol="0" anchor="t">
            <a:normAutofit/>
          </a:bodyPr>
          <a:lstStyle/>
          <a:p>
            <a:pPr marL="171450" indent="-171450" defTabSz="914507">
              <a:buFont typeface="Arial" panose="020B0604020202020204" pitchFamily="34" charset="0"/>
              <a:buChar char="•"/>
            </a:pPr>
            <a:r>
              <a:rPr lang="en-US" sz="1100">
                <a:solidFill>
                  <a:srgbClr val="1F1F1F"/>
                </a:solidFill>
                <a:latin typeface="IBM Plex Sans" panose="020B0503050203000203" pitchFamily="34" charset="0"/>
              </a:rPr>
              <a:t>Organizations struggle to ensure business users and AI access the right data under consistent governance.</a:t>
            </a:r>
          </a:p>
          <a:p>
            <a:pPr marL="171450" indent="-171450" defTabSz="914507">
              <a:buFont typeface="Arial" panose="020B0604020202020204" pitchFamily="34" charset="0"/>
              <a:buChar char="•"/>
            </a:pPr>
            <a:endParaRPr lang="en-US" sz="1100">
              <a:solidFill>
                <a:srgbClr val="1F1F1F"/>
              </a:solidFill>
              <a:latin typeface="IBM Plex Sans" panose="020B0503050203000203" pitchFamily="34" charset="0"/>
            </a:endParaRPr>
          </a:p>
          <a:p>
            <a:pPr marL="171450" indent="-171450" defTabSz="914507">
              <a:buFont typeface="Arial" panose="020B0604020202020204" pitchFamily="34" charset="0"/>
              <a:buChar char="•"/>
            </a:pPr>
            <a:r>
              <a:rPr lang="en-US" sz="1100">
                <a:solidFill>
                  <a:srgbClr val="1F1F1F"/>
                </a:solidFill>
                <a:latin typeface="IBM Plex Sans" panose="020B0503050203000203" pitchFamily="34" charset="0"/>
              </a:rPr>
              <a:t>Limited visibility into data quality and traceability reduces trust in enterprise data.</a:t>
            </a:r>
          </a:p>
          <a:p>
            <a:pPr marL="171450" indent="-171450" defTabSz="914507">
              <a:buFont typeface="Arial" panose="020B0604020202020204" pitchFamily="34" charset="0"/>
              <a:buChar char="•"/>
            </a:pPr>
            <a:endParaRPr lang="en-US" sz="1100">
              <a:solidFill>
                <a:srgbClr val="1F1F1F"/>
              </a:solidFill>
              <a:latin typeface="IBM Plex Sans" panose="020B0503050203000203" pitchFamily="34" charset="0"/>
            </a:endParaRPr>
          </a:p>
          <a:p>
            <a:pPr marL="171450" indent="-171450" defTabSz="914507">
              <a:buFont typeface="Arial" panose="020B0604020202020204" pitchFamily="34" charset="0"/>
              <a:buChar char="•"/>
            </a:pPr>
            <a:r>
              <a:rPr lang="en-US" sz="1100">
                <a:solidFill>
                  <a:srgbClr val="1F1F1F"/>
                </a:solidFill>
                <a:latin typeface="IBM Plex Sans" panose="020B0503050203000203" pitchFamily="34" charset="0"/>
              </a:rPr>
              <a:t>Keeping pace with evolving compliance requirements demands consistent data governance.</a:t>
            </a:r>
          </a:p>
          <a:p>
            <a:pPr indent="-142846" defTabSz="914507">
              <a:buFont typeface="Arial" panose="020B0604020202020204" pitchFamily="34" charset="0"/>
              <a:buChar char="•"/>
            </a:pPr>
            <a:endParaRPr lang="en-US" sz="1100">
              <a:solidFill>
                <a:srgbClr val="1F1F1F"/>
              </a:solidFill>
              <a:latin typeface="IBM Plex Sans" panose="020B0503050203000203" pitchFamily="34" charset="0"/>
            </a:endParaRPr>
          </a:p>
          <a:p>
            <a:pPr marL="0" indent="0">
              <a:buNone/>
            </a:pPr>
            <a:endParaRPr lang="en-US" sz="1050">
              <a:latin typeface="IBM Plex Sans" panose="020B0503050203000203" pitchFamily="34" charset="0"/>
            </a:endParaRPr>
          </a:p>
        </p:txBody>
      </p:sp>
      <p:sp>
        <p:nvSpPr>
          <p:cNvPr id="12" name="Shape 10">
            <a:extLst>
              <a:ext uri="{FF2B5EF4-FFF2-40B4-BE49-F238E27FC236}">
                <a16:creationId xmlns:a16="http://schemas.microsoft.com/office/drawing/2014/main" id="{A8013309-4F99-8118-1963-70A802D56FE2}"/>
              </a:ext>
            </a:extLst>
          </p:cNvPr>
          <p:cNvSpPr/>
          <p:nvPr/>
        </p:nvSpPr>
        <p:spPr>
          <a:xfrm>
            <a:off x="3913632" y="1719072"/>
            <a:ext cx="3337560" cy="292608"/>
          </a:xfrm>
          <a:prstGeom prst="rect">
            <a:avLst/>
          </a:prstGeom>
          <a:solidFill>
            <a:srgbClr val="16256F"/>
          </a:solidFill>
          <a:ln w="12700">
            <a:solidFill>
              <a:srgbClr val="16256F"/>
            </a:solidFill>
            <a:prstDash val="solid"/>
          </a:ln>
        </p:spPr>
        <p:txBody>
          <a:bodyPr/>
          <a:lstStyle/>
          <a:p>
            <a:endParaRPr lang="en-IN">
              <a:latin typeface="IBM Plex Sans" panose="020B0503050203000203" pitchFamily="34" charset="0"/>
            </a:endParaRPr>
          </a:p>
        </p:txBody>
      </p:sp>
      <p:sp>
        <p:nvSpPr>
          <p:cNvPr id="13" name="Text 11">
            <a:extLst>
              <a:ext uri="{FF2B5EF4-FFF2-40B4-BE49-F238E27FC236}">
                <a16:creationId xmlns:a16="http://schemas.microsoft.com/office/drawing/2014/main" id="{6D1C4104-A9DD-0E18-C88C-9CD5506D6DA9}"/>
              </a:ext>
            </a:extLst>
          </p:cNvPr>
          <p:cNvSpPr/>
          <p:nvPr/>
        </p:nvSpPr>
        <p:spPr>
          <a:xfrm>
            <a:off x="4023360" y="1769364"/>
            <a:ext cx="3118104" cy="228600"/>
          </a:xfrm>
          <a:prstGeom prst="rect">
            <a:avLst/>
          </a:prstGeom>
          <a:noFill/>
          <a:ln/>
        </p:spPr>
        <p:txBody>
          <a:bodyPr wrap="square" lIns="0" tIns="0" rIns="0" bIns="0" rtlCol="0" anchor="ctr"/>
          <a:lstStyle/>
          <a:p>
            <a:pPr marL="0" indent="0">
              <a:buNone/>
            </a:pPr>
            <a:r>
              <a:rPr lang="en-US" sz="1100" b="1">
                <a:solidFill>
                  <a:srgbClr val="FFFFFF"/>
                </a:solidFill>
                <a:latin typeface="IBM Plex Sans" panose="020B0503050203000203" pitchFamily="34" charset="0"/>
                <a:ea typeface="IBM Plex Sans" pitchFamily="34" charset="-122"/>
                <a:cs typeface="IBM Plex Sans" pitchFamily="34" charset="-120"/>
              </a:rPr>
              <a:t>Jobs to be done</a:t>
            </a:r>
            <a:endParaRPr lang="en-US" sz="1100" b="1">
              <a:latin typeface="IBM Plex Sans" panose="020B0503050203000203" pitchFamily="34" charset="0"/>
            </a:endParaRPr>
          </a:p>
        </p:txBody>
      </p:sp>
      <p:sp>
        <p:nvSpPr>
          <p:cNvPr id="14" name="Shape 12">
            <a:extLst>
              <a:ext uri="{FF2B5EF4-FFF2-40B4-BE49-F238E27FC236}">
                <a16:creationId xmlns:a16="http://schemas.microsoft.com/office/drawing/2014/main" id="{510A3A2E-4464-F486-594D-1F6D3D62F586}"/>
              </a:ext>
            </a:extLst>
          </p:cNvPr>
          <p:cNvSpPr/>
          <p:nvPr/>
        </p:nvSpPr>
        <p:spPr>
          <a:xfrm>
            <a:off x="3913632" y="2011680"/>
            <a:ext cx="3337560" cy="2523744"/>
          </a:xfrm>
          <a:prstGeom prst="rect">
            <a:avLst/>
          </a:prstGeom>
          <a:solidFill>
            <a:srgbClr val="FFFFFF"/>
          </a:solidFill>
          <a:ln w="12700">
            <a:solidFill>
              <a:srgbClr val="B9C3D9"/>
            </a:solidFill>
            <a:prstDash val="solid"/>
          </a:ln>
          <a:effectLst>
            <a:outerShdw blurRad="12700" dist="50800" dir="2700000" algn="bl" rotWithShape="0">
              <a:srgbClr val="D0D0D0">
                <a:alpha val="15000"/>
              </a:srgbClr>
            </a:outerShdw>
          </a:effectLst>
        </p:spPr>
        <p:txBody>
          <a:bodyPr/>
          <a:lstStyle/>
          <a:p>
            <a:endParaRPr lang="en-IN">
              <a:latin typeface="IBM Plex Sans" panose="020B0503050203000203" pitchFamily="34" charset="0"/>
            </a:endParaRPr>
          </a:p>
        </p:txBody>
      </p:sp>
      <p:sp>
        <p:nvSpPr>
          <p:cNvPr id="15" name="Text 13">
            <a:extLst>
              <a:ext uri="{FF2B5EF4-FFF2-40B4-BE49-F238E27FC236}">
                <a16:creationId xmlns:a16="http://schemas.microsoft.com/office/drawing/2014/main" id="{2654B8C4-B63D-7BED-05BA-C9F89838B149}"/>
              </a:ext>
            </a:extLst>
          </p:cNvPr>
          <p:cNvSpPr/>
          <p:nvPr/>
        </p:nvSpPr>
        <p:spPr>
          <a:xfrm>
            <a:off x="4023360" y="2103120"/>
            <a:ext cx="2955410" cy="2414016"/>
          </a:xfrm>
          <a:prstGeom prst="rect">
            <a:avLst/>
          </a:prstGeom>
          <a:noFill/>
          <a:ln/>
        </p:spPr>
        <p:txBody>
          <a:bodyPr wrap="square" lIns="254" tIns="254" rIns="254" bIns="254" rtlCol="0" anchor="t">
            <a:normAutofit/>
          </a:bodyPr>
          <a:lstStyle/>
          <a:p>
            <a:pPr marL="171450" indent="-171450" fontAlgn="base">
              <a:buFont typeface="Arial" panose="020B0604020202020204" pitchFamily="34" charset="0"/>
              <a:buChar char="•"/>
            </a:pPr>
            <a:r>
              <a:rPr lang="en-US" sz="1100">
                <a:solidFill>
                  <a:srgbClr val="1F1F1F"/>
                </a:solidFill>
                <a:latin typeface="IBM Plex Sans" panose="020B0503050203000203" pitchFamily="34" charset="0"/>
              </a:rPr>
              <a:t>Establish trusted business context through metadata, ownership, and stewardship ​</a:t>
            </a:r>
          </a:p>
          <a:p>
            <a:pPr marL="171450" indent="-171450" fontAlgn="base">
              <a:buFont typeface="Arial" panose="020B0604020202020204" pitchFamily="34" charset="0"/>
              <a:buChar char="•"/>
            </a:pPr>
            <a:r>
              <a:rPr lang="en-US" sz="1100">
                <a:solidFill>
                  <a:srgbClr val="1F1F1F"/>
                </a:solidFill>
                <a:latin typeface="IBM Plex Sans" panose="020B0503050203000203" pitchFamily="34" charset="0"/>
              </a:rPr>
              <a:t>Improve data quality and reliability ​</a:t>
            </a:r>
          </a:p>
          <a:p>
            <a:pPr marL="171450" indent="-171450" fontAlgn="base">
              <a:buFont typeface="Arial" panose="020B0604020202020204" pitchFamily="34" charset="0"/>
              <a:buChar char="•"/>
            </a:pPr>
            <a:r>
              <a:rPr lang="en-US" sz="1100">
                <a:solidFill>
                  <a:srgbClr val="1F1F1F"/>
                </a:solidFill>
                <a:latin typeface="IBM Plex Sans" panose="020B0503050203000203" pitchFamily="34" charset="0"/>
              </a:rPr>
              <a:t>Understand data lineage and the impact of change ​</a:t>
            </a:r>
          </a:p>
          <a:p>
            <a:pPr marL="171450" indent="-171450" fontAlgn="base">
              <a:buFont typeface="Arial" panose="020B0604020202020204" pitchFamily="34" charset="0"/>
              <a:buChar char="•"/>
            </a:pPr>
            <a:r>
              <a:rPr lang="en-US" sz="1100">
                <a:solidFill>
                  <a:srgbClr val="1F1F1F"/>
                </a:solidFill>
                <a:latin typeface="IBM Plex Sans" panose="020B0503050203000203" pitchFamily="34" charset="0"/>
              </a:rPr>
              <a:t>Govern sensitive data with policies, controls, and compliance ​</a:t>
            </a:r>
          </a:p>
          <a:p>
            <a:pPr marL="171450" indent="-171450" fontAlgn="base">
              <a:buFont typeface="Arial" panose="020B0604020202020204" pitchFamily="34" charset="0"/>
              <a:buChar char="•"/>
            </a:pPr>
            <a:r>
              <a:rPr lang="en-US" sz="1100">
                <a:solidFill>
                  <a:srgbClr val="1F1F1F"/>
                </a:solidFill>
                <a:latin typeface="IBM Plex Sans" panose="020B0503050203000203" pitchFamily="34" charset="0"/>
              </a:rPr>
              <a:t>Share trusted data products for business, analytics, and AI</a:t>
            </a:r>
          </a:p>
        </p:txBody>
      </p:sp>
      <p:sp>
        <p:nvSpPr>
          <p:cNvPr id="16" name="Shape 14">
            <a:extLst>
              <a:ext uri="{FF2B5EF4-FFF2-40B4-BE49-F238E27FC236}">
                <a16:creationId xmlns:a16="http://schemas.microsoft.com/office/drawing/2014/main" id="{240412B6-0A3A-728F-9B0C-7DF59E668930}"/>
              </a:ext>
            </a:extLst>
          </p:cNvPr>
          <p:cNvSpPr/>
          <p:nvPr/>
        </p:nvSpPr>
        <p:spPr>
          <a:xfrm>
            <a:off x="7443216" y="1719072"/>
            <a:ext cx="4261104" cy="292608"/>
          </a:xfrm>
          <a:prstGeom prst="rect">
            <a:avLst/>
          </a:prstGeom>
          <a:solidFill>
            <a:srgbClr val="16256F"/>
          </a:solidFill>
          <a:ln w="12700">
            <a:solidFill>
              <a:srgbClr val="16256F"/>
            </a:solidFill>
            <a:prstDash val="solid"/>
          </a:ln>
        </p:spPr>
        <p:txBody>
          <a:bodyPr/>
          <a:lstStyle/>
          <a:p>
            <a:endParaRPr lang="en-IN">
              <a:latin typeface="IBM Plex Sans" panose="020B0503050203000203" pitchFamily="34" charset="0"/>
            </a:endParaRPr>
          </a:p>
        </p:txBody>
      </p:sp>
      <p:sp>
        <p:nvSpPr>
          <p:cNvPr id="17" name="Text 15">
            <a:extLst>
              <a:ext uri="{FF2B5EF4-FFF2-40B4-BE49-F238E27FC236}">
                <a16:creationId xmlns:a16="http://schemas.microsoft.com/office/drawing/2014/main" id="{1146F822-119F-BDEB-38BC-AAFEF5E60BAD}"/>
              </a:ext>
            </a:extLst>
          </p:cNvPr>
          <p:cNvSpPr/>
          <p:nvPr/>
        </p:nvSpPr>
        <p:spPr>
          <a:xfrm>
            <a:off x="7552944" y="1769364"/>
            <a:ext cx="4041648" cy="228600"/>
          </a:xfrm>
          <a:prstGeom prst="rect">
            <a:avLst/>
          </a:prstGeom>
          <a:noFill/>
          <a:ln/>
        </p:spPr>
        <p:txBody>
          <a:bodyPr wrap="square" lIns="0" tIns="0" rIns="0" bIns="0" rtlCol="0" anchor="ctr"/>
          <a:lstStyle/>
          <a:p>
            <a:pPr marL="0" indent="0">
              <a:buNone/>
            </a:pPr>
            <a:r>
              <a:rPr lang="en-US" sz="1100" b="1">
                <a:solidFill>
                  <a:srgbClr val="FFFFFF"/>
                </a:solidFill>
                <a:latin typeface="IBM Plex Sans" panose="020B0503050203000203" pitchFamily="34" charset="0"/>
                <a:ea typeface="IBM Plex Sans" pitchFamily="34" charset="-122"/>
                <a:cs typeface="IBM Plex Sans" pitchFamily="34" charset="-120"/>
              </a:rPr>
              <a:t>How IBM supports this</a:t>
            </a:r>
            <a:endParaRPr lang="en-US" sz="1100" b="1">
              <a:latin typeface="IBM Plex Sans" panose="020B0503050203000203" pitchFamily="34" charset="0"/>
            </a:endParaRPr>
          </a:p>
        </p:txBody>
      </p:sp>
      <p:sp>
        <p:nvSpPr>
          <p:cNvPr id="18" name="Shape 16">
            <a:extLst>
              <a:ext uri="{FF2B5EF4-FFF2-40B4-BE49-F238E27FC236}">
                <a16:creationId xmlns:a16="http://schemas.microsoft.com/office/drawing/2014/main" id="{FDB13E27-6037-4125-A2FD-6DBE5F5CE448}"/>
              </a:ext>
            </a:extLst>
          </p:cNvPr>
          <p:cNvSpPr/>
          <p:nvPr/>
        </p:nvSpPr>
        <p:spPr>
          <a:xfrm>
            <a:off x="7443216" y="2011680"/>
            <a:ext cx="4261104" cy="2523744"/>
          </a:xfrm>
          <a:prstGeom prst="rect">
            <a:avLst/>
          </a:prstGeom>
          <a:solidFill>
            <a:srgbClr val="FFFFFF"/>
          </a:solidFill>
          <a:ln w="12700">
            <a:solidFill>
              <a:srgbClr val="B9C3D9"/>
            </a:solidFill>
            <a:prstDash val="solid"/>
          </a:ln>
          <a:effectLst>
            <a:outerShdw blurRad="12700" dist="50800" dir="2700000" algn="bl" rotWithShape="0">
              <a:srgbClr val="D0D0D0">
                <a:alpha val="15000"/>
              </a:srgbClr>
            </a:outerShdw>
          </a:effectLst>
        </p:spPr>
        <p:txBody>
          <a:bodyPr/>
          <a:lstStyle/>
          <a:p>
            <a:endParaRPr lang="en-IN">
              <a:latin typeface="IBM Plex Sans" panose="020B0503050203000203" pitchFamily="34" charset="0"/>
            </a:endParaRPr>
          </a:p>
        </p:txBody>
      </p:sp>
      <p:sp>
        <p:nvSpPr>
          <p:cNvPr id="19" name="Text 17">
            <a:extLst>
              <a:ext uri="{FF2B5EF4-FFF2-40B4-BE49-F238E27FC236}">
                <a16:creationId xmlns:a16="http://schemas.microsoft.com/office/drawing/2014/main" id="{B962C7FB-5D54-40E4-0A66-803C4DCC0F99}"/>
              </a:ext>
            </a:extLst>
          </p:cNvPr>
          <p:cNvSpPr/>
          <p:nvPr/>
        </p:nvSpPr>
        <p:spPr>
          <a:xfrm>
            <a:off x="7552944" y="2103120"/>
            <a:ext cx="4041648" cy="2414016"/>
          </a:xfrm>
          <a:prstGeom prst="rect">
            <a:avLst/>
          </a:prstGeom>
          <a:noFill/>
          <a:ln/>
        </p:spPr>
        <p:txBody>
          <a:bodyPr wrap="square" lIns="254" tIns="254" rIns="254" bIns="254" rtlCol="0" anchor="t">
            <a:normAutofit/>
          </a:bodyPr>
          <a:lstStyle/>
          <a:p>
            <a:pPr defTabSz="914507"/>
            <a:r>
              <a:rPr lang="en-US" sz="1100">
                <a:solidFill>
                  <a:srgbClr val="1F1F1F"/>
                </a:solidFill>
                <a:latin typeface="IBM Plex Sans" panose="020B0503050203000203" pitchFamily="34" charset="0"/>
              </a:rPr>
              <a:t>IBM delivers a unified data intelligence foundation that helps organizations understand, trust, govern, and activate enterprise data. By combining business knowledge, data quality, lineage, policy management, and trusted data sharing, IBM enables organizations to confidently deliver AI-ready data across hybrid environments.</a:t>
            </a:r>
          </a:p>
          <a:p>
            <a:pPr defTabSz="914507"/>
            <a:endParaRPr lang="en-US" sz="1100" b="1">
              <a:solidFill>
                <a:srgbClr val="000000"/>
              </a:solidFill>
              <a:latin typeface="IBM Plex Sans" panose="020B0503050203000203" pitchFamily="34" charset="0"/>
            </a:endParaRPr>
          </a:p>
          <a:p>
            <a:pPr defTabSz="914507"/>
            <a:r>
              <a:rPr lang="en-US" sz="1100" b="1">
                <a:solidFill>
                  <a:srgbClr val="000000"/>
                </a:solidFill>
                <a:latin typeface="IBM Plex Sans" panose="020B0503050203000203" pitchFamily="34" charset="0"/>
              </a:rPr>
              <a:t>Specific components</a:t>
            </a:r>
          </a:p>
          <a:p>
            <a:pPr marL="171450" indent="-171450" fontAlgn="base">
              <a:buFont typeface="Arial" panose="020B0604020202020204" pitchFamily="34" charset="0"/>
              <a:buChar char="•"/>
            </a:pPr>
            <a:r>
              <a:rPr lang="en-US" sz="1000">
                <a:solidFill>
                  <a:srgbClr val="1F1F1F"/>
                </a:solidFill>
                <a:latin typeface="IBM Plex Sans" panose="020B0503050203000203" pitchFamily="34" charset="0"/>
              </a:rPr>
              <a:t>Data Governance &amp; Catalog​</a:t>
            </a:r>
          </a:p>
          <a:p>
            <a:pPr marL="171450" indent="-171450" fontAlgn="base">
              <a:buFont typeface="Arial" panose="020B0604020202020204" pitchFamily="34" charset="0"/>
              <a:buChar char="•"/>
            </a:pPr>
            <a:r>
              <a:rPr lang="en-US" sz="1000">
                <a:solidFill>
                  <a:srgbClr val="1F1F1F"/>
                </a:solidFill>
                <a:latin typeface="IBM Plex Sans" panose="020B0503050203000203" pitchFamily="34" charset="0"/>
              </a:rPr>
              <a:t>Data Quality​</a:t>
            </a:r>
          </a:p>
          <a:p>
            <a:pPr marL="171450" indent="-171450" fontAlgn="base">
              <a:buFont typeface="Arial" panose="020B0604020202020204" pitchFamily="34" charset="0"/>
              <a:buChar char="•"/>
            </a:pPr>
            <a:r>
              <a:rPr lang="en-US" sz="1000">
                <a:solidFill>
                  <a:srgbClr val="1F1F1F"/>
                </a:solidFill>
                <a:latin typeface="IBM Plex Sans"/>
              </a:rPr>
              <a:t>Data Lineage​</a:t>
            </a:r>
          </a:p>
          <a:p>
            <a:pPr marL="171450" indent="-171450" fontAlgn="base">
              <a:buFont typeface="Arial" panose="020B0604020202020204" pitchFamily="34" charset="0"/>
              <a:buChar char="•"/>
            </a:pPr>
            <a:r>
              <a:rPr lang="en-US" sz="1000">
                <a:solidFill>
                  <a:srgbClr val="1F1F1F"/>
                </a:solidFill>
                <a:latin typeface="IBM Plex Sans" panose="020B0503050203000203" pitchFamily="34" charset="0"/>
              </a:rPr>
              <a:t>Data Product Hub</a:t>
            </a:r>
          </a:p>
        </p:txBody>
      </p:sp>
      <p:sp>
        <p:nvSpPr>
          <p:cNvPr id="20" name="Shape 18">
            <a:extLst>
              <a:ext uri="{FF2B5EF4-FFF2-40B4-BE49-F238E27FC236}">
                <a16:creationId xmlns:a16="http://schemas.microsoft.com/office/drawing/2014/main" id="{322B09BD-75A1-79B0-BDA4-6F7228AB16EE}"/>
              </a:ext>
            </a:extLst>
          </p:cNvPr>
          <p:cNvSpPr/>
          <p:nvPr/>
        </p:nvSpPr>
        <p:spPr>
          <a:xfrm>
            <a:off x="475488" y="4736592"/>
            <a:ext cx="11228832" cy="292608"/>
          </a:xfrm>
          <a:prstGeom prst="rect">
            <a:avLst/>
          </a:prstGeom>
          <a:solidFill>
            <a:srgbClr val="16256F"/>
          </a:solidFill>
          <a:ln w="12700">
            <a:solidFill>
              <a:srgbClr val="16256F"/>
            </a:solidFill>
            <a:prstDash val="solid"/>
          </a:ln>
        </p:spPr>
        <p:txBody>
          <a:bodyPr/>
          <a:lstStyle/>
          <a:p>
            <a:endParaRPr lang="en-IN">
              <a:latin typeface="IBM Plex Sans" panose="020B0503050203000203" pitchFamily="34" charset="0"/>
            </a:endParaRPr>
          </a:p>
        </p:txBody>
      </p:sp>
      <p:sp>
        <p:nvSpPr>
          <p:cNvPr id="21" name="Text 19">
            <a:extLst>
              <a:ext uri="{FF2B5EF4-FFF2-40B4-BE49-F238E27FC236}">
                <a16:creationId xmlns:a16="http://schemas.microsoft.com/office/drawing/2014/main" id="{6004B198-A0EE-DE50-4702-23F5CD443C3E}"/>
              </a:ext>
            </a:extLst>
          </p:cNvPr>
          <p:cNvSpPr/>
          <p:nvPr/>
        </p:nvSpPr>
        <p:spPr>
          <a:xfrm>
            <a:off x="585216" y="4786884"/>
            <a:ext cx="11009376" cy="228600"/>
          </a:xfrm>
          <a:prstGeom prst="rect">
            <a:avLst/>
          </a:prstGeom>
          <a:noFill/>
          <a:ln/>
        </p:spPr>
        <p:txBody>
          <a:bodyPr wrap="square" lIns="0" tIns="0" rIns="0" bIns="0" rtlCol="0" anchor="ctr"/>
          <a:lstStyle/>
          <a:p>
            <a:pPr marL="0" indent="0">
              <a:buNone/>
            </a:pPr>
            <a:r>
              <a:rPr lang="en-US" sz="1050">
                <a:solidFill>
                  <a:srgbClr val="FFFFFF"/>
                </a:solidFill>
                <a:latin typeface="IBM Plex Sans" panose="020B0503050203000203" pitchFamily="34" charset="0"/>
                <a:ea typeface="IBM Plex Sans" pitchFamily="34" charset="-122"/>
                <a:cs typeface="IBM Plex Sans" pitchFamily="34" charset="-120"/>
              </a:rPr>
              <a:t>Elevator pitch</a:t>
            </a:r>
            <a:endParaRPr lang="en-US" sz="1050">
              <a:latin typeface="IBM Plex Sans" panose="020B0503050203000203" pitchFamily="34" charset="0"/>
            </a:endParaRPr>
          </a:p>
        </p:txBody>
      </p:sp>
      <p:sp>
        <p:nvSpPr>
          <p:cNvPr id="22" name="Shape 20">
            <a:extLst>
              <a:ext uri="{FF2B5EF4-FFF2-40B4-BE49-F238E27FC236}">
                <a16:creationId xmlns:a16="http://schemas.microsoft.com/office/drawing/2014/main" id="{761CD6FA-A116-AB38-609A-3ED1476F11A1}"/>
              </a:ext>
            </a:extLst>
          </p:cNvPr>
          <p:cNvSpPr/>
          <p:nvPr/>
        </p:nvSpPr>
        <p:spPr>
          <a:xfrm>
            <a:off x="475488" y="5029200"/>
            <a:ext cx="11228832" cy="1325880"/>
          </a:xfrm>
          <a:prstGeom prst="rect">
            <a:avLst/>
          </a:prstGeom>
          <a:solidFill>
            <a:srgbClr val="DDEBFF"/>
          </a:solidFill>
          <a:ln w="12700">
            <a:solidFill>
              <a:srgbClr val="0F62FE"/>
            </a:solidFill>
            <a:prstDash val="solid"/>
          </a:ln>
        </p:spPr>
        <p:txBody>
          <a:bodyPr/>
          <a:lstStyle/>
          <a:p>
            <a:endParaRPr lang="en-IN">
              <a:latin typeface="IBM Plex Sans" panose="020B0503050203000203" pitchFamily="34" charset="0"/>
            </a:endParaRPr>
          </a:p>
        </p:txBody>
      </p:sp>
      <p:sp>
        <p:nvSpPr>
          <p:cNvPr id="23" name="Text 21">
            <a:extLst>
              <a:ext uri="{FF2B5EF4-FFF2-40B4-BE49-F238E27FC236}">
                <a16:creationId xmlns:a16="http://schemas.microsoft.com/office/drawing/2014/main" id="{5DAEFDDF-5E66-7EFC-8FCA-F0C450F3D52B}"/>
              </a:ext>
            </a:extLst>
          </p:cNvPr>
          <p:cNvSpPr/>
          <p:nvPr/>
        </p:nvSpPr>
        <p:spPr>
          <a:xfrm>
            <a:off x="658368" y="5148072"/>
            <a:ext cx="11045952" cy="1078992"/>
          </a:xfrm>
          <a:prstGeom prst="rect">
            <a:avLst/>
          </a:prstGeom>
          <a:noFill/>
          <a:ln/>
        </p:spPr>
        <p:txBody>
          <a:bodyPr wrap="square" lIns="127" tIns="127" rIns="127" bIns="127" rtlCol="0" anchor="t">
            <a:normAutofit/>
          </a:bodyPr>
          <a:lstStyle/>
          <a:p>
            <a:pPr>
              <a:defRPr/>
            </a:pPr>
            <a:r>
              <a:rPr lang="en-US" sz="1300">
                <a:solidFill>
                  <a:srgbClr val="000000"/>
                </a:solidFill>
                <a:latin typeface="IBM Plex Sans"/>
                <a:cs typeface="Arial"/>
              </a:rPr>
              <a:t>Responsible AI depends on trusted data. As enterprise data becomes more distributed, organizations need confidence in its meaning, quality, lineage, and governance before it can be used for AI and analytics. </a:t>
            </a:r>
          </a:p>
          <a:p>
            <a:pPr indent="-285750">
              <a:buFont typeface="Arial" panose="020B0502040204020203" pitchFamily="34" charset="0"/>
              <a:buChar char="•"/>
              <a:defRPr/>
            </a:pPr>
            <a:endParaRPr lang="en-US" sz="1300">
              <a:solidFill>
                <a:srgbClr val="000000"/>
              </a:solidFill>
              <a:latin typeface="IBM Plex Sans"/>
              <a:cs typeface="Arial"/>
            </a:endParaRPr>
          </a:p>
          <a:p>
            <a:pPr>
              <a:defRPr/>
            </a:pPr>
            <a:r>
              <a:rPr lang="en-US" sz="1300">
                <a:solidFill>
                  <a:srgbClr val="000000"/>
                </a:solidFill>
                <a:latin typeface="IBM Plex Sans"/>
                <a:cs typeface="Arial"/>
              </a:rPr>
              <a:t>IBM provides a unified data intelligence foundation that helps organizations  understand, govern, and activate trusted data, so teams can confidently scale AI across the enterprise.</a:t>
            </a:r>
          </a:p>
        </p:txBody>
      </p:sp>
      <p:sp>
        <p:nvSpPr>
          <p:cNvPr id="24" name="Text 22">
            <a:extLst>
              <a:ext uri="{FF2B5EF4-FFF2-40B4-BE49-F238E27FC236}">
                <a16:creationId xmlns:a16="http://schemas.microsoft.com/office/drawing/2014/main" id="{CD94EB52-2A2B-7CE1-D1EE-B7DEE22AE3A0}"/>
              </a:ext>
            </a:extLst>
          </p:cNvPr>
          <p:cNvSpPr/>
          <p:nvPr/>
        </p:nvSpPr>
        <p:spPr>
          <a:xfrm>
            <a:off x="475488" y="6519672"/>
            <a:ext cx="6858000" cy="137160"/>
          </a:xfrm>
          <a:prstGeom prst="rect">
            <a:avLst/>
          </a:prstGeom>
          <a:noFill/>
          <a:ln/>
        </p:spPr>
        <p:txBody>
          <a:bodyPr wrap="square" lIns="0" tIns="0" rIns="0" bIns="0" rtlCol="0" anchor="ctr"/>
          <a:lstStyle/>
          <a:p>
            <a:pPr marL="0" indent="0">
              <a:buNone/>
            </a:pPr>
            <a:r>
              <a:rPr lang="en-US" sz="650">
                <a:solidFill>
                  <a:srgbClr val="4D5358"/>
                </a:solidFill>
                <a:latin typeface="IBM Plex Sans" panose="020B0503050203000203" pitchFamily="34" charset="0"/>
                <a:ea typeface="IBM Plex Sans" pitchFamily="34" charset="-122"/>
                <a:cs typeface="IBM Plex Sans" pitchFamily="34" charset="-120"/>
              </a:rPr>
              <a:t>IBM Data Platform Positioning, Messaging, &amp; Packaging | Q32026 | Internal planning draft</a:t>
            </a:r>
            <a:endParaRPr lang="en-US" sz="650">
              <a:latin typeface="IBM Plex Sans" panose="020B0503050203000203" pitchFamily="34" charset="0"/>
            </a:endParaRPr>
          </a:p>
        </p:txBody>
      </p:sp>
      <p:sp>
        <p:nvSpPr>
          <p:cNvPr id="25" name="Text 23">
            <a:extLst>
              <a:ext uri="{FF2B5EF4-FFF2-40B4-BE49-F238E27FC236}">
                <a16:creationId xmlns:a16="http://schemas.microsoft.com/office/drawing/2014/main" id="{736ECC43-E7CB-35C0-D154-594CE476C706}"/>
              </a:ext>
            </a:extLst>
          </p:cNvPr>
          <p:cNvSpPr/>
          <p:nvPr/>
        </p:nvSpPr>
        <p:spPr>
          <a:xfrm>
            <a:off x="10698480" y="6519672"/>
            <a:ext cx="1005840" cy="137160"/>
          </a:xfrm>
          <a:prstGeom prst="rect">
            <a:avLst/>
          </a:prstGeom>
          <a:noFill/>
          <a:ln/>
        </p:spPr>
        <p:txBody>
          <a:bodyPr wrap="square" lIns="0" tIns="0" rIns="0" bIns="0" rtlCol="0" anchor="ctr"/>
          <a:lstStyle/>
          <a:p>
            <a:pPr marL="0" indent="0" algn="r">
              <a:buNone/>
            </a:pPr>
            <a:r>
              <a:rPr lang="en-US" sz="650">
                <a:solidFill>
                  <a:srgbClr val="4D5358"/>
                </a:solidFill>
                <a:latin typeface="IBM Plex Sans" panose="020B0503050203000203" pitchFamily="34" charset="0"/>
                <a:ea typeface="IBM Plex Sans" pitchFamily="34" charset="-122"/>
                <a:cs typeface="IBM Plex Sans" pitchFamily="34" charset="-120"/>
              </a:rPr>
              <a:t>IBM Internal</a:t>
            </a:r>
            <a:endParaRPr lang="en-US" sz="650">
              <a:latin typeface="IBM Plex Sans" panose="020B0503050203000203" pitchFamily="34" charset="0"/>
            </a:endParaRPr>
          </a:p>
        </p:txBody>
      </p:sp>
      <p:sp>
        <p:nvSpPr>
          <p:cNvPr id="27" name="5-Point Star 26">
            <a:extLst>
              <a:ext uri="{FF2B5EF4-FFF2-40B4-BE49-F238E27FC236}">
                <a16:creationId xmlns:a16="http://schemas.microsoft.com/office/drawing/2014/main" id="{7ABD5C62-E006-9241-9AA6-F63BDBCF5F67}"/>
              </a:ext>
            </a:extLst>
          </p:cNvPr>
          <p:cNvSpPr/>
          <p:nvPr/>
        </p:nvSpPr>
        <p:spPr>
          <a:xfrm>
            <a:off x="217142" y="4786134"/>
            <a:ext cx="203482" cy="193523"/>
          </a:xfrm>
          <a:prstGeom prst="star5">
            <a:avLst/>
          </a:prstGeom>
          <a:solidFill>
            <a:srgbClr val="70AD47">
              <a:lumMod val="7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IBM Plex Sans" panose="020B0503050203000203" pitchFamily="34" charset="0"/>
              <a:ea typeface="+mn-ea"/>
              <a:cs typeface="+mn-cs"/>
            </a:endParaRPr>
          </a:p>
        </p:txBody>
      </p:sp>
      <p:sp>
        <p:nvSpPr>
          <p:cNvPr id="28" name="5-Point Star 27">
            <a:extLst>
              <a:ext uri="{FF2B5EF4-FFF2-40B4-BE49-F238E27FC236}">
                <a16:creationId xmlns:a16="http://schemas.microsoft.com/office/drawing/2014/main" id="{F146FF2B-FA74-7237-216E-0270EC363F31}"/>
              </a:ext>
            </a:extLst>
          </p:cNvPr>
          <p:cNvSpPr/>
          <p:nvPr/>
        </p:nvSpPr>
        <p:spPr>
          <a:xfrm>
            <a:off x="9798330" y="570540"/>
            <a:ext cx="293917" cy="279532"/>
          </a:xfrm>
          <a:prstGeom prst="star5">
            <a:avLst/>
          </a:prstGeom>
          <a:solidFill>
            <a:srgbClr val="70AD47">
              <a:lumMod val="7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IBM Plex Sans" panose="020B0503050203000203" pitchFamily="34" charset="0"/>
              <a:ea typeface="+mn-ea"/>
              <a:cs typeface="+mn-cs"/>
            </a:endParaRPr>
          </a:p>
        </p:txBody>
      </p:sp>
      <p:sp>
        <p:nvSpPr>
          <p:cNvPr id="29" name="Text 1">
            <a:extLst>
              <a:ext uri="{FF2B5EF4-FFF2-40B4-BE49-F238E27FC236}">
                <a16:creationId xmlns:a16="http://schemas.microsoft.com/office/drawing/2014/main" id="{5FFF6F49-E64A-B010-F537-6C90FA11A26B}"/>
              </a:ext>
            </a:extLst>
          </p:cNvPr>
          <p:cNvSpPr/>
          <p:nvPr/>
        </p:nvSpPr>
        <p:spPr>
          <a:xfrm>
            <a:off x="10092247" y="644226"/>
            <a:ext cx="1881150" cy="197990"/>
          </a:xfrm>
          <a:prstGeom prst="rect">
            <a:avLst/>
          </a:prstGeom>
          <a:noFill/>
          <a:ln/>
        </p:spPr>
        <p:txBody>
          <a:bodyPr wrap="square" lIns="0" tIns="0" rIns="0" bIns="0" rtlCol="0" anchor="ctr"/>
          <a:lstStyle/>
          <a:p>
            <a:pPr>
              <a:defRPr/>
            </a:pPr>
            <a:r>
              <a:rPr lang="en-US" sz="1200">
                <a:solidFill>
                  <a:prstClr val="black"/>
                </a:solidFill>
                <a:highlight>
                  <a:srgbClr val="FFFF00"/>
                </a:highlight>
                <a:latin typeface="IBM Plex Sans" panose="020B0503050203000203" pitchFamily="34" charset="0"/>
                <a:ea typeface="Arial" pitchFamily="34" charset="-122"/>
                <a:cs typeface="Arial" pitchFamily="34" charset="-120"/>
              </a:rPr>
              <a:t>Feedback required</a:t>
            </a:r>
            <a:endParaRPr lang="en-US" sz="1200">
              <a:solidFill>
                <a:prstClr val="black"/>
              </a:solidFill>
              <a:highlight>
                <a:srgbClr val="FFFF00"/>
              </a:highlight>
              <a:latin typeface="IBM Plex Sans" panose="020B0503050203000203" pitchFamily="34" charset="0"/>
              <a:cs typeface="Arial"/>
            </a:endParaRPr>
          </a:p>
        </p:txBody>
      </p:sp>
      <p:sp>
        <p:nvSpPr>
          <p:cNvPr id="26" name="5-Point Star 25">
            <a:extLst>
              <a:ext uri="{FF2B5EF4-FFF2-40B4-BE49-F238E27FC236}">
                <a16:creationId xmlns:a16="http://schemas.microsoft.com/office/drawing/2014/main" id="{BD9CFADB-B326-CFF0-2AF3-4CD44CA5C238}"/>
              </a:ext>
            </a:extLst>
          </p:cNvPr>
          <p:cNvSpPr/>
          <p:nvPr/>
        </p:nvSpPr>
        <p:spPr>
          <a:xfrm>
            <a:off x="350481" y="1517904"/>
            <a:ext cx="293917" cy="279532"/>
          </a:xfrm>
          <a:prstGeom prst="star5">
            <a:avLst/>
          </a:prstGeom>
          <a:solidFill>
            <a:srgbClr val="70AD47">
              <a:lumMod val="7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IBM Plex Sans" panose="020B0503050203000203" pitchFamily="34" charset="0"/>
              <a:ea typeface="+mn-ea"/>
              <a:cs typeface="+mn-cs"/>
            </a:endParaRPr>
          </a:p>
        </p:txBody>
      </p:sp>
      <p:sp>
        <p:nvSpPr>
          <p:cNvPr id="30" name="5-Point Star 29">
            <a:extLst>
              <a:ext uri="{FF2B5EF4-FFF2-40B4-BE49-F238E27FC236}">
                <a16:creationId xmlns:a16="http://schemas.microsoft.com/office/drawing/2014/main" id="{C081244F-BCA7-2D68-FD38-85844A2E118E}"/>
              </a:ext>
            </a:extLst>
          </p:cNvPr>
          <p:cNvSpPr/>
          <p:nvPr/>
        </p:nvSpPr>
        <p:spPr>
          <a:xfrm>
            <a:off x="3876401" y="1510086"/>
            <a:ext cx="293917" cy="279532"/>
          </a:xfrm>
          <a:prstGeom prst="star5">
            <a:avLst/>
          </a:prstGeom>
          <a:solidFill>
            <a:srgbClr val="70AD47">
              <a:lumMod val="7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IBM Plex Sans" panose="020B0503050203000203" pitchFamily="34" charset="0"/>
              <a:ea typeface="+mn-ea"/>
              <a:cs typeface="+mn-cs"/>
            </a:endParaRPr>
          </a:p>
        </p:txBody>
      </p:sp>
    </p:spTree>
    <p:extLst>
      <p:ext uri="{BB962C8B-B14F-4D97-AF65-F5344CB8AC3E}">
        <p14:creationId xmlns:p14="http://schemas.microsoft.com/office/powerpoint/2010/main" val="16958115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82294-4EE2-4BEA-3D07-6F426131962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0B7CE20-19FF-3A09-D244-A5A3AA0EAF25}"/>
              </a:ext>
            </a:extLst>
          </p:cNvPr>
          <p:cNvSpPr/>
          <p:nvPr/>
        </p:nvSpPr>
        <p:spPr>
          <a:xfrm>
            <a:off x="0" y="0"/>
            <a:ext cx="12191695" cy="329184"/>
          </a:xfrm>
          <a:prstGeom prst="rect">
            <a:avLst/>
          </a:prstGeom>
          <a:solidFill>
            <a:srgbClr val="16256F"/>
          </a:solidFill>
          <a:ln w="12700">
            <a:solidFill>
              <a:srgbClr val="16256F"/>
            </a:solidFill>
            <a:prstDash val="solid"/>
          </a:ln>
        </p:spPr>
        <p:txBody>
          <a:bodyPr/>
          <a:lstStyle/>
          <a:p>
            <a:endParaRPr lang="en-IN">
              <a:latin typeface="IBM Plex Sans" panose="020B0503050203000203" pitchFamily="34" charset="0"/>
            </a:endParaRPr>
          </a:p>
        </p:txBody>
      </p:sp>
      <p:sp>
        <p:nvSpPr>
          <p:cNvPr id="3" name="Text 1">
            <a:extLst>
              <a:ext uri="{FF2B5EF4-FFF2-40B4-BE49-F238E27FC236}">
                <a16:creationId xmlns:a16="http://schemas.microsoft.com/office/drawing/2014/main" id="{8D9A5C9A-6923-A46D-6F3F-863040DEA561}"/>
              </a:ext>
            </a:extLst>
          </p:cNvPr>
          <p:cNvSpPr/>
          <p:nvPr/>
        </p:nvSpPr>
        <p:spPr>
          <a:xfrm>
            <a:off x="320040" y="73152"/>
            <a:ext cx="7772400" cy="164592"/>
          </a:xfrm>
          <a:prstGeom prst="rect">
            <a:avLst/>
          </a:prstGeom>
          <a:noFill/>
          <a:ln/>
        </p:spPr>
        <p:txBody>
          <a:bodyPr wrap="square" lIns="0" tIns="0" rIns="0" bIns="0" rtlCol="0" anchor="ctr"/>
          <a:lstStyle/>
          <a:p>
            <a:pPr marL="0" indent="0">
              <a:buNone/>
            </a:pPr>
            <a:r>
              <a:rPr lang="en-US" sz="1300">
                <a:solidFill>
                  <a:srgbClr val="FFFFFF"/>
                </a:solidFill>
                <a:latin typeface="IBM Plex Sans" panose="020B0503050203000203" pitchFamily="34" charset="0"/>
                <a:ea typeface="IBM Plex Sans" pitchFamily="34" charset="-122"/>
                <a:cs typeface="IBM Plex Sans" pitchFamily="34" charset="-120"/>
              </a:rPr>
              <a:t>IBM Data Positioning &amp; Messaging – GTM Motion Summary</a:t>
            </a:r>
            <a:endParaRPr lang="en-US" sz="1300">
              <a:latin typeface="IBM Plex Sans" panose="020B0503050203000203" pitchFamily="34" charset="0"/>
            </a:endParaRPr>
          </a:p>
        </p:txBody>
      </p:sp>
      <p:sp>
        <p:nvSpPr>
          <p:cNvPr id="4" name="Text 2">
            <a:extLst>
              <a:ext uri="{FF2B5EF4-FFF2-40B4-BE49-F238E27FC236}">
                <a16:creationId xmlns:a16="http://schemas.microsoft.com/office/drawing/2014/main" id="{96E37884-F2C5-40AF-BF4C-374FF4A587F4}"/>
              </a:ext>
            </a:extLst>
          </p:cNvPr>
          <p:cNvSpPr/>
          <p:nvPr/>
        </p:nvSpPr>
        <p:spPr>
          <a:xfrm>
            <a:off x="475488" y="530352"/>
            <a:ext cx="11155680" cy="347472"/>
          </a:xfrm>
          <a:prstGeom prst="rect">
            <a:avLst/>
          </a:prstGeom>
          <a:noFill/>
          <a:ln/>
        </p:spPr>
        <p:txBody>
          <a:bodyPr wrap="square" lIns="0" tIns="0" rIns="0" bIns="0" rtlCol="0" anchor="ctr"/>
          <a:lstStyle/>
          <a:p>
            <a:pPr defTabSz="914507"/>
            <a:r>
              <a:rPr lang="en-US" sz="2200">
                <a:solidFill>
                  <a:srgbClr val="3D66E8"/>
                </a:solidFill>
                <a:latin typeface="IBM Plex Sans"/>
              </a:rPr>
              <a:t>Motion 3: Improve AI decisions with real-time context</a:t>
            </a:r>
          </a:p>
        </p:txBody>
      </p:sp>
      <p:sp>
        <p:nvSpPr>
          <p:cNvPr id="5" name="Shape 3">
            <a:extLst>
              <a:ext uri="{FF2B5EF4-FFF2-40B4-BE49-F238E27FC236}">
                <a16:creationId xmlns:a16="http://schemas.microsoft.com/office/drawing/2014/main" id="{1083F993-F38E-A988-2924-306C458BA600}"/>
              </a:ext>
            </a:extLst>
          </p:cNvPr>
          <p:cNvSpPr/>
          <p:nvPr/>
        </p:nvSpPr>
        <p:spPr>
          <a:xfrm>
            <a:off x="475488" y="1014984"/>
            <a:ext cx="11228832" cy="457200"/>
          </a:xfrm>
          <a:prstGeom prst="rect">
            <a:avLst/>
          </a:prstGeom>
          <a:solidFill>
            <a:srgbClr val="FFFFFF"/>
          </a:solidFill>
          <a:ln w="12700">
            <a:solidFill>
              <a:srgbClr val="B9C3D9"/>
            </a:solidFill>
            <a:prstDash val="solid"/>
          </a:ln>
          <a:effectLst>
            <a:outerShdw blurRad="12700" dist="50800" dir="2700000" algn="bl" rotWithShape="0">
              <a:srgbClr val="C4C4C4">
                <a:alpha val="18000"/>
              </a:srgbClr>
            </a:outerShdw>
          </a:effectLst>
        </p:spPr>
        <p:txBody>
          <a:bodyPr/>
          <a:lstStyle/>
          <a:p>
            <a:endParaRPr lang="en-IN">
              <a:latin typeface="IBM Plex Sans" panose="020B0503050203000203" pitchFamily="34" charset="0"/>
            </a:endParaRPr>
          </a:p>
        </p:txBody>
      </p:sp>
      <p:sp>
        <p:nvSpPr>
          <p:cNvPr id="6" name="Text 4">
            <a:extLst>
              <a:ext uri="{FF2B5EF4-FFF2-40B4-BE49-F238E27FC236}">
                <a16:creationId xmlns:a16="http://schemas.microsoft.com/office/drawing/2014/main" id="{EF102DCF-02A3-9177-D1A1-78EBC2B1F266}"/>
              </a:ext>
            </a:extLst>
          </p:cNvPr>
          <p:cNvSpPr/>
          <p:nvPr/>
        </p:nvSpPr>
        <p:spPr>
          <a:xfrm>
            <a:off x="658368" y="1161288"/>
            <a:ext cx="1234440" cy="164592"/>
          </a:xfrm>
          <a:prstGeom prst="rect">
            <a:avLst/>
          </a:prstGeom>
          <a:noFill/>
          <a:ln/>
        </p:spPr>
        <p:txBody>
          <a:bodyPr wrap="square" lIns="0" tIns="0" rIns="0" bIns="0" rtlCol="0" anchor="ctr"/>
          <a:lstStyle/>
          <a:p>
            <a:pPr marL="0" indent="0">
              <a:buNone/>
            </a:pPr>
            <a:r>
              <a:rPr lang="en-US" sz="1100" b="1">
                <a:solidFill>
                  <a:srgbClr val="16256F"/>
                </a:solidFill>
                <a:latin typeface="IBM Plex Sans" panose="020B0503050203000203" pitchFamily="34" charset="0"/>
                <a:ea typeface="IBM Plex Sans" pitchFamily="34" charset="-122"/>
                <a:cs typeface="IBM Plex Sans" pitchFamily="34" charset="-120"/>
              </a:rPr>
              <a:t>Motion purpose</a:t>
            </a:r>
            <a:endParaRPr lang="en-US" sz="1100">
              <a:latin typeface="IBM Plex Sans" panose="020B0503050203000203" pitchFamily="34" charset="0"/>
            </a:endParaRPr>
          </a:p>
        </p:txBody>
      </p:sp>
      <p:sp>
        <p:nvSpPr>
          <p:cNvPr id="7" name="Text 5">
            <a:extLst>
              <a:ext uri="{FF2B5EF4-FFF2-40B4-BE49-F238E27FC236}">
                <a16:creationId xmlns:a16="http://schemas.microsoft.com/office/drawing/2014/main" id="{0CF487C4-054A-B851-B373-A6352154B7B1}"/>
              </a:ext>
            </a:extLst>
          </p:cNvPr>
          <p:cNvSpPr/>
          <p:nvPr/>
        </p:nvSpPr>
        <p:spPr>
          <a:xfrm>
            <a:off x="1993392" y="1177422"/>
            <a:ext cx="9418320" cy="292608"/>
          </a:xfrm>
          <a:prstGeom prst="rect">
            <a:avLst/>
          </a:prstGeom>
          <a:noFill/>
          <a:ln/>
        </p:spPr>
        <p:txBody>
          <a:bodyPr wrap="square" lIns="0" tIns="0" rIns="0" bIns="0" rtlCol="0" anchor="ctr">
            <a:normAutofit/>
          </a:bodyPr>
          <a:lstStyle/>
          <a:p>
            <a:pPr defTabSz="914507"/>
            <a:r>
              <a:rPr lang="en-US" sz="1200">
                <a:solidFill>
                  <a:srgbClr val="2D2D2D"/>
                </a:solidFill>
                <a:latin typeface="IBM Plex Sans Light"/>
              </a:rPr>
              <a:t>Provide AI with trusted real-time context so it can reason, decide, and act with greater accuracy and confidence.</a:t>
            </a:r>
            <a:endParaRPr lang="en-US" sz="1200">
              <a:solidFill>
                <a:srgbClr val="000000"/>
              </a:solidFill>
              <a:latin typeface="IBM Plex Sans Light"/>
            </a:endParaRPr>
          </a:p>
          <a:p>
            <a:pPr defTabSz="914507"/>
            <a:endParaRPr lang="en-US" sz="1000">
              <a:solidFill>
                <a:srgbClr val="2D2D2D"/>
              </a:solidFill>
              <a:latin typeface="IBM Plex Sans"/>
            </a:endParaRPr>
          </a:p>
        </p:txBody>
      </p:sp>
      <p:sp>
        <p:nvSpPr>
          <p:cNvPr id="8" name="Shape 6">
            <a:extLst>
              <a:ext uri="{FF2B5EF4-FFF2-40B4-BE49-F238E27FC236}">
                <a16:creationId xmlns:a16="http://schemas.microsoft.com/office/drawing/2014/main" id="{1A23D155-86B7-3F26-18F6-ACC3A544F8AD}"/>
              </a:ext>
            </a:extLst>
          </p:cNvPr>
          <p:cNvSpPr/>
          <p:nvPr/>
        </p:nvSpPr>
        <p:spPr>
          <a:xfrm>
            <a:off x="475488" y="1719072"/>
            <a:ext cx="3246120" cy="292608"/>
          </a:xfrm>
          <a:prstGeom prst="rect">
            <a:avLst/>
          </a:prstGeom>
          <a:solidFill>
            <a:srgbClr val="16256F"/>
          </a:solidFill>
          <a:ln w="12700">
            <a:solidFill>
              <a:srgbClr val="16256F"/>
            </a:solidFill>
            <a:prstDash val="solid"/>
          </a:ln>
        </p:spPr>
        <p:txBody>
          <a:bodyPr/>
          <a:lstStyle/>
          <a:p>
            <a:endParaRPr lang="en-IN">
              <a:latin typeface="IBM Plex Sans" panose="020B0503050203000203" pitchFamily="34" charset="0"/>
            </a:endParaRPr>
          </a:p>
        </p:txBody>
      </p:sp>
      <p:sp>
        <p:nvSpPr>
          <p:cNvPr id="9" name="Text 7">
            <a:extLst>
              <a:ext uri="{FF2B5EF4-FFF2-40B4-BE49-F238E27FC236}">
                <a16:creationId xmlns:a16="http://schemas.microsoft.com/office/drawing/2014/main" id="{3A0D9FE4-159D-4755-6FD4-99B9B6C5AC56}"/>
              </a:ext>
            </a:extLst>
          </p:cNvPr>
          <p:cNvSpPr/>
          <p:nvPr/>
        </p:nvSpPr>
        <p:spPr>
          <a:xfrm>
            <a:off x="585216" y="1769364"/>
            <a:ext cx="3026664" cy="228600"/>
          </a:xfrm>
          <a:prstGeom prst="rect">
            <a:avLst/>
          </a:prstGeom>
          <a:noFill/>
          <a:ln/>
        </p:spPr>
        <p:txBody>
          <a:bodyPr wrap="square" lIns="0" tIns="0" rIns="0" bIns="0" rtlCol="0" anchor="ctr"/>
          <a:lstStyle/>
          <a:p>
            <a:pPr marL="0" indent="0">
              <a:buNone/>
            </a:pPr>
            <a:r>
              <a:rPr lang="en-US" sz="1100" b="1">
                <a:solidFill>
                  <a:srgbClr val="FFFFFF"/>
                </a:solidFill>
                <a:latin typeface="IBM Plex Sans" panose="020B0503050203000203" pitchFamily="34" charset="0"/>
                <a:ea typeface="IBM Plex Sans" pitchFamily="34" charset="-122"/>
                <a:cs typeface="IBM Plex Sans" pitchFamily="34" charset="-120"/>
              </a:rPr>
              <a:t>Customer challenge</a:t>
            </a:r>
            <a:endParaRPr lang="en-US" sz="1100" b="1">
              <a:latin typeface="IBM Plex Sans" panose="020B0503050203000203" pitchFamily="34" charset="0"/>
            </a:endParaRPr>
          </a:p>
        </p:txBody>
      </p:sp>
      <p:sp>
        <p:nvSpPr>
          <p:cNvPr id="10" name="Shape 8">
            <a:extLst>
              <a:ext uri="{FF2B5EF4-FFF2-40B4-BE49-F238E27FC236}">
                <a16:creationId xmlns:a16="http://schemas.microsoft.com/office/drawing/2014/main" id="{2EAA6E7D-8A37-FB97-A8E4-01DD10CEA452}"/>
              </a:ext>
            </a:extLst>
          </p:cNvPr>
          <p:cNvSpPr/>
          <p:nvPr/>
        </p:nvSpPr>
        <p:spPr>
          <a:xfrm>
            <a:off x="475488" y="2011680"/>
            <a:ext cx="3246120" cy="2523744"/>
          </a:xfrm>
          <a:prstGeom prst="rect">
            <a:avLst/>
          </a:prstGeom>
          <a:solidFill>
            <a:srgbClr val="FFFFFF"/>
          </a:solidFill>
          <a:ln w="12700">
            <a:solidFill>
              <a:srgbClr val="B9C3D9"/>
            </a:solidFill>
            <a:prstDash val="solid"/>
          </a:ln>
          <a:effectLst>
            <a:outerShdw blurRad="12700" dist="50800" dir="2700000" algn="bl" rotWithShape="0">
              <a:srgbClr val="D0D0D0">
                <a:alpha val="15000"/>
              </a:srgbClr>
            </a:outerShdw>
          </a:effectLst>
        </p:spPr>
        <p:txBody>
          <a:bodyPr/>
          <a:lstStyle/>
          <a:p>
            <a:endParaRPr lang="en-IN">
              <a:latin typeface="IBM Plex Sans" panose="020B0503050203000203" pitchFamily="34" charset="0"/>
            </a:endParaRPr>
          </a:p>
        </p:txBody>
      </p:sp>
      <p:sp>
        <p:nvSpPr>
          <p:cNvPr id="11" name="Text 9">
            <a:extLst>
              <a:ext uri="{FF2B5EF4-FFF2-40B4-BE49-F238E27FC236}">
                <a16:creationId xmlns:a16="http://schemas.microsoft.com/office/drawing/2014/main" id="{48E831DD-2252-F403-30A0-3D34B6511FAD}"/>
              </a:ext>
            </a:extLst>
          </p:cNvPr>
          <p:cNvSpPr/>
          <p:nvPr/>
        </p:nvSpPr>
        <p:spPr>
          <a:xfrm>
            <a:off x="585216" y="2103120"/>
            <a:ext cx="3026664" cy="2414016"/>
          </a:xfrm>
          <a:prstGeom prst="rect">
            <a:avLst/>
          </a:prstGeom>
          <a:noFill/>
          <a:ln/>
        </p:spPr>
        <p:txBody>
          <a:bodyPr wrap="square" lIns="254" tIns="254" rIns="254" bIns="254" rtlCol="0" anchor="t">
            <a:normAutofit/>
          </a:bodyPr>
          <a:lstStyle/>
          <a:p>
            <a:pPr marL="142846" indent="-142846" defTabSz="914507">
              <a:buFont typeface="Arial" panose="020B0604020202020204" pitchFamily="34" charset="0"/>
              <a:buChar char="•"/>
            </a:pPr>
            <a:r>
              <a:rPr lang="en-US" sz="1100">
                <a:solidFill>
                  <a:srgbClr val="000000"/>
                </a:solidFill>
                <a:latin typeface="IBM Plex Sans"/>
              </a:rPr>
              <a:t>AI lacks the ability to unlock enterprise data while retaining business context</a:t>
            </a:r>
          </a:p>
          <a:p>
            <a:pPr marL="142846" indent="-142846" defTabSz="914507">
              <a:buFont typeface="Arial" panose="020B0604020202020204" pitchFamily="34" charset="0"/>
              <a:buChar char="•"/>
            </a:pPr>
            <a:endParaRPr lang="en-US" sz="1100">
              <a:solidFill>
                <a:srgbClr val="000000"/>
              </a:solidFill>
              <a:latin typeface="IBM Plex Sans"/>
            </a:endParaRPr>
          </a:p>
          <a:p>
            <a:pPr marL="142846" indent="-142846" defTabSz="914507">
              <a:buFont typeface="Arial" panose="020B0604020202020204" pitchFamily="34" charset="0"/>
              <a:buChar char="•"/>
            </a:pPr>
            <a:r>
              <a:rPr lang="en-US" sz="1100">
                <a:solidFill>
                  <a:srgbClr val="000000"/>
                </a:solidFill>
                <a:latin typeface="IBM Plex Sans" panose="020B0503050203000203" pitchFamily="34" charset="0"/>
              </a:rPr>
              <a:t>The context AI needs is fragmented across many systems</a:t>
            </a:r>
          </a:p>
          <a:p>
            <a:pPr marL="142846" indent="-142846" defTabSz="914507">
              <a:buFont typeface="Arial" panose="020B0604020202020204" pitchFamily="34" charset="0"/>
              <a:buChar char="•"/>
            </a:pPr>
            <a:endParaRPr lang="en-US" sz="1100">
              <a:solidFill>
                <a:srgbClr val="000000"/>
              </a:solidFill>
              <a:latin typeface="IBM Plex Sans" panose="020B0503050203000203" pitchFamily="34" charset="0"/>
            </a:endParaRPr>
          </a:p>
          <a:p>
            <a:pPr marL="142846" indent="-142846" defTabSz="914507">
              <a:buFont typeface="Arial" panose="020B0604020202020204" pitchFamily="34" charset="0"/>
              <a:buChar char="•"/>
            </a:pPr>
            <a:r>
              <a:rPr lang="en-US" sz="1100">
                <a:solidFill>
                  <a:srgbClr val="000000"/>
                </a:solidFill>
                <a:latin typeface="IBM Plex Sans" panose="020B0503050203000203" pitchFamily="34" charset="0"/>
              </a:rPr>
              <a:t>Context is often stale when decisions depend on what is happening now</a:t>
            </a:r>
          </a:p>
        </p:txBody>
      </p:sp>
      <p:sp>
        <p:nvSpPr>
          <p:cNvPr id="12" name="Shape 10">
            <a:extLst>
              <a:ext uri="{FF2B5EF4-FFF2-40B4-BE49-F238E27FC236}">
                <a16:creationId xmlns:a16="http://schemas.microsoft.com/office/drawing/2014/main" id="{C8E0B25B-BD38-F066-09BA-0572EAB1FA61}"/>
              </a:ext>
            </a:extLst>
          </p:cNvPr>
          <p:cNvSpPr/>
          <p:nvPr/>
        </p:nvSpPr>
        <p:spPr>
          <a:xfrm>
            <a:off x="3913632" y="1719072"/>
            <a:ext cx="3337560" cy="292608"/>
          </a:xfrm>
          <a:prstGeom prst="rect">
            <a:avLst/>
          </a:prstGeom>
          <a:solidFill>
            <a:srgbClr val="16256F"/>
          </a:solidFill>
          <a:ln w="12700">
            <a:solidFill>
              <a:srgbClr val="16256F"/>
            </a:solidFill>
            <a:prstDash val="solid"/>
          </a:ln>
        </p:spPr>
        <p:txBody>
          <a:bodyPr/>
          <a:lstStyle/>
          <a:p>
            <a:endParaRPr lang="en-IN">
              <a:latin typeface="IBM Plex Sans" panose="020B0503050203000203" pitchFamily="34" charset="0"/>
            </a:endParaRPr>
          </a:p>
        </p:txBody>
      </p:sp>
      <p:sp>
        <p:nvSpPr>
          <p:cNvPr id="13" name="Text 11">
            <a:extLst>
              <a:ext uri="{FF2B5EF4-FFF2-40B4-BE49-F238E27FC236}">
                <a16:creationId xmlns:a16="http://schemas.microsoft.com/office/drawing/2014/main" id="{1BC2E69B-32E2-3415-9C0D-BED1BEA5996B}"/>
              </a:ext>
            </a:extLst>
          </p:cNvPr>
          <p:cNvSpPr/>
          <p:nvPr/>
        </p:nvSpPr>
        <p:spPr>
          <a:xfrm>
            <a:off x="4023360" y="1769364"/>
            <a:ext cx="3118104" cy="228600"/>
          </a:xfrm>
          <a:prstGeom prst="rect">
            <a:avLst/>
          </a:prstGeom>
          <a:noFill/>
          <a:ln/>
        </p:spPr>
        <p:txBody>
          <a:bodyPr wrap="square" lIns="0" tIns="0" rIns="0" bIns="0" rtlCol="0" anchor="ctr"/>
          <a:lstStyle/>
          <a:p>
            <a:pPr marL="0" indent="0">
              <a:buNone/>
            </a:pPr>
            <a:r>
              <a:rPr lang="en-US" sz="1100" b="1">
                <a:solidFill>
                  <a:srgbClr val="FFFFFF"/>
                </a:solidFill>
                <a:latin typeface="IBM Plex Sans" panose="020B0503050203000203" pitchFamily="34" charset="0"/>
                <a:ea typeface="IBM Plex Sans" pitchFamily="34" charset="-122"/>
                <a:cs typeface="IBM Plex Sans" pitchFamily="34" charset="-120"/>
              </a:rPr>
              <a:t>Jobs to be done</a:t>
            </a:r>
            <a:endParaRPr lang="en-US" sz="1100" b="1">
              <a:latin typeface="IBM Plex Sans" panose="020B0503050203000203" pitchFamily="34" charset="0"/>
            </a:endParaRPr>
          </a:p>
        </p:txBody>
      </p:sp>
      <p:sp>
        <p:nvSpPr>
          <p:cNvPr id="14" name="Shape 12">
            <a:extLst>
              <a:ext uri="{FF2B5EF4-FFF2-40B4-BE49-F238E27FC236}">
                <a16:creationId xmlns:a16="http://schemas.microsoft.com/office/drawing/2014/main" id="{6140A7F0-EF8A-5AE3-0842-8AE3CC6C01C8}"/>
              </a:ext>
            </a:extLst>
          </p:cNvPr>
          <p:cNvSpPr/>
          <p:nvPr/>
        </p:nvSpPr>
        <p:spPr>
          <a:xfrm>
            <a:off x="3913632" y="2011680"/>
            <a:ext cx="3337560" cy="2523744"/>
          </a:xfrm>
          <a:prstGeom prst="rect">
            <a:avLst/>
          </a:prstGeom>
          <a:solidFill>
            <a:srgbClr val="FFFFFF"/>
          </a:solidFill>
          <a:ln w="12700">
            <a:solidFill>
              <a:srgbClr val="B9C3D9"/>
            </a:solidFill>
            <a:prstDash val="solid"/>
          </a:ln>
          <a:effectLst>
            <a:outerShdw blurRad="12700" dist="50800" dir="2700000" algn="bl" rotWithShape="0">
              <a:srgbClr val="D0D0D0">
                <a:alpha val="15000"/>
              </a:srgbClr>
            </a:outerShdw>
          </a:effectLst>
        </p:spPr>
        <p:txBody>
          <a:bodyPr/>
          <a:lstStyle/>
          <a:p>
            <a:endParaRPr lang="en-IN">
              <a:latin typeface="IBM Plex Sans" panose="020B0503050203000203" pitchFamily="34" charset="0"/>
            </a:endParaRPr>
          </a:p>
        </p:txBody>
      </p:sp>
      <p:sp>
        <p:nvSpPr>
          <p:cNvPr id="15" name="Text 13">
            <a:extLst>
              <a:ext uri="{FF2B5EF4-FFF2-40B4-BE49-F238E27FC236}">
                <a16:creationId xmlns:a16="http://schemas.microsoft.com/office/drawing/2014/main" id="{7214FBEF-41B8-51A7-D5EE-9EAD2E7B6A0C}"/>
              </a:ext>
            </a:extLst>
          </p:cNvPr>
          <p:cNvSpPr/>
          <p:nvPr/>
        </p:nvSpPr>
        <p:spPr>
          <a:xfrm>
            <a:off x="4023360" y="2103120"/>
            <a:ext cx="3118104" cy="2414016"/>
          </a:xfrm>
          <a:prstGeom prst="rect">
            <a:avLst/>
          </a:prstGeom>
          <a:noFill/>
          <a:ln/>
        </p:spPr>
        <p:txBody>
          <a:bodyPr wrap="square" lIns="254" tIns="254" rIns="254" bIns="254" rtlCol="0" anchor="t">
            <a:normAutofit/>
          </a:bodyPr>
          <a:lstStyle/>
          <a:p>
            <a:pPr marL="171450" indent="-171450" fontAlgn="base">
              <a:buFont typeface="Arial" panose="020B0604020202020204" pitchFamily="34" charset="0"/>
              <a:buChar char="•"/>
            </a:pPr>
            <a:r>
              <a:rPr lang="en-US" sz="1100">
                <a:solidFill>
                  <a:srgbClr val="1F1F1F"/>
                </a:solidFill>
                <a:latin typeface="IBM Plex Sans" panose="020B0503050203000203" pitchFamily="34" charset="0"/>
              </a:rPr>
              <a:t>Define the business context AI needs to reason effectively ​</a:t>
            </a:r>
          </a:p>
          <a:p>
            <a:pPr marL="171450" indent="-171450" fontAlgn="base">
              <a:buFont typeface="Arial" panose="020B0604020202020204" pitchFamily="34" charset="0"/>
              <a:buChar char="•"/>
            </a:pPr>
            <a:r>
              <a:rPr lang="en-US" sz="1100">
                <a:solidFill>
                  <a:srgbClr val="1F1F1F"/>
                </a:solidFill>
                <a:latin typeface="IBM Plex Sans" panose="020B0503050203000203" pitchFamily="34" charset="0"/>
              </a:rPr>
              <a:t>Unify enterprise knowledge across structured and unstructured data ​</a:t>
            </a:r>
          </a:p>
          <a:p>
            <a:pPr marL="171450" indent="-171450" fontAlgn="base">
              <a:buFont typeface="Arial" panose="020B0604020202020204" pitchFamily="34" charset="0"/>
              <a:buChar char="•"/>
            </a:pPr>
            <a:r>
              <a:rPr lang="en-US" sz="1100">
                <a:solidFill>
                  <a:srgbClr val="1F1F1F"/>
                </a:solidFill>
                <a:latin typeface="IBM Plex Sans" panose="020B0503050203000203" pitchFamily="34" charset="0"/>
              </a:rPr>
              <a:t>Deliver trusted real-time context to AI workflows ​</a:t>
            </a:r>
          </a:p>
          <a:p>
            <a:pPr marL="171450" indent="-171450" fontAlgn="base">
              <a:buFont typeface="Arial" panose="020B0604020202020204" pitchFamily="34" charset="0"/>
              <a:buChar char="•"/>
            </a:pPr>
            <a:r>
              <a:rPr lang="en-US" sz="1100">
                <a:solidFill>
                  <a:srgbClr val="1F1F1F"/>
                </a:solidFill>
                <a:latin typeface="IBM Plex Sans" panose="020B0503050203000203" pitchFamily="34" charset="0"/>
              </a:rPr>
              <a:t>Enable more accurate, relevant, and explainable AI decisions​</a:t>
            </a:r>
          </a:p>
        </p:txBody>
      </p:sp>
      <p:sp>
        <p:nvSpPr>
          <p:cNvPr id="16" name="Shape 14">
            <a:extLst>
              <a:ext uri="{FF2B5EF4-FFF2-40B4-BE49-F238E27FC236}">
                <a16:creationId xmlns:a16="http://schemas.microsoft.com/office/drawing/2014/main" id="{F2006347-8137-8422-881F-9E40EFAB47CB}"/>
              </a:ext>
            </a:extLst>
          </p:cNvPr>
          <p:cNvSpPr/>
          <p:nvPr/>
        </p:nvSpPr>
        <p:spPr>
          <a:xfrm>
            <a:off x="7443216" y="1719072"/>
            <a:ext cx="4261104" cy="292608"/>
          </a:xfrm>
          <a:prstGeom prst="rect">
            <a:avLst/>
          </a:prstGeom>
          <a:solidFill>
            <a:srgbClr val="16256F"/>
          </a:solidFill>
          <a:ln w="12700">
            <a:solidFill>
              <a:srgbClr val="16256F"/>
            </a:solidFill>
            <a:prstDash val="solid"/>
          </a:ln>
        </p:spPr>
        <p:txBody>
          <a:bodyPr/>
          <a:lstStyle/>
          <a:p>
            <a:endParaRPr lang="en-IN">
              <a:latin typeface="IBM Plex Sans" panose="020B0503050203000203" pitchFamily="34" charset="0"/>
            </a:endParaRPr>
          </a:p>
        </p:txBody>
      </p:sp>
      <p:sp>
        <p:nvSpPr>
          <p:cNvPr id="17" name="Text 15">
            <a:extLst>
              <a:ext uri="{FF2B5EF4-FFF2-40B4-BE49-F238E27FC236}">
                <a16:creationId xmlns:a16="http://schemas.microsoft.com/office/drawing/2014/main" id="{4D3BBF9C-2DC4-E740-A06C-01AA0A85F825}"/>
              </a:ext>
            </a:extLst>
          </p:cNvPr>
          <p:cNvSpPr/>
          <p:nvPr/>
        </p:nvSpPr>
        <p:spPr>
          <a:xfrm>
            <a:off x="7552944" y="1769364"/>
            <a:ext cx="4041648" cy="228600"/>
          </a:xfrm>
          <a:prstGeom prst="rect">
            <a:avLst/>
          </a:prstGeom>
          <a:noFill/>
          <a:ln/>
        </p:spPr>
        <p:txBody>
          <a:bodyPr wrap="square" lIns="0" tIns="0" rIns="0" bIns="0" rtlCol="0" anchor="ctr"/>
          <a:lstStyle/>
          <a:p>
            <a:pPr marL="0" indent="0">
              <a:buNone/>
            </a:pPr>
            <a:r>
              <a:rPr lang="en-US" sz="1100" b="1">
                <a:solidFill>
                  <a:srgbClr val="FFFFFF"/>
                </a:solidFill>
                <a:latin typeface="IBM Plex Sans" panose="020B0503050203000203" pitchFamily="34" charset="0"/>
                <a:ea typeface="IBM Plex Sans" pitchFamily="34" charset="-122"/>
                <a:cs typeface="IBM Plex Sans" pitchFamily="34" charset="-120"/>
              </a:rPr>
              <a:t>How IBM supports this</a:t>
            </a:r>
            <a:endParaRPr lang="en-US" sz="1100" b="1">
              <a:latin typeface="IBM Plex Sans" panose="020B0503050203000203" pitchFamily="34" charset="0"/>
            </a:endParaRPr>
          </a:p>
        </p:txBody>
      </p:sp>
      <p:sp>
        <p:nvSpPr>
          <p:cNvPr id="18" name="Shape 16">
            <a:extLst>
              <a:ext uri="{FF2B5EF4-FFF2-40B4-BE49-F238E27FC236}">
                <a16:creationId xmlns:a16="http://schemas.microsoft.com/office/drawing/2014/main" id="{F51D6DAE-409F-9088-6263-81E30C70CFEB}"/>
              </a:ext>
            </a:extLst>
          </p:cNvPr>
          <p:cNvSpPr/>
          <p:nvPr/>
        </p:nvSpPr>
        <p:spPr>
          <a:xfrm>
            <a:off x="7443216" y="2011680"/>
            <a:ext cx="4261104" cy="2523744"/>
          </a:xfrm>
          <a:prstGeom prst="rect">
            <a:avLst/>
          </a:prstGeom>
          <a:solidFill>
            <a:srgbClr val="FFFFFF"/>
          </a:solidFill>
          <a:ln w="12700">
            <a:solidFill>
              <a:srgbClr val="B9C3D9"/>
            </a:solidFill>
            <a:prstDash val="solid"/>
          </a:ln>
          <a:effectLst>
            <a:outerShdw blurRad="12700" dist="50800" dir="2700000" algn="bl" rotWithShape="0">
              <a:srgbClr val="D0D0D0">
                <a:alpha val="15000"/>
              </a:srgbClr>
            </a:outerShdw>
          </a:effectLst>
        </p:spPr>
        <p:txBody>
          <a:bodyPr/>
          <a:lstStyle/>
          <a:p>
            <a:endParaRPr lang="en-IN">
              <a:latin typeface="IBM Plex Sans" panose="020B0503050203000203" pitchFamily="34" charset="0"/>
            </a:endParaRPr>
          </a:p>
        </p:txBody>
      </p:sp>
      <p:sp>
        <p:nvSpPr>
          <p:cNvPr id="19" name="Text 17">
            <a:extLst>
              <a:ext uri="{FF2B5EF4-FFF2-40B4-BE49-F238E27FC236}">
                <a16:creationId xmlns:a16="http://schemas.microsoft.com/office/drawing/2014/main" id="{B254463F-27CF-2A36-0218-3A539EADE728}"/>
              </a:ext>
            </a:extLst>
          </p:cNvPr>
          <p:cNvSpPr/>
          <p:nvPr/>
        </p:nvSpPr>
        <p:spPr>
          <a:xfrm>
            <a:off x="7552944" y="2103120"/>
            <a:ext cx="4041648" cy="2414016"/>
          </a:xfrm>
          <a:prstGeom prst="rect">
            <a:avLst/>
          </a:prstGeom>
          <a:noFill/>
          <a:ln/>
        </p:spPr>
        <p:txBody>
          <a:bodyPr wrap="square" lIns="254" tIns="254" rIns="254" bIns="254" rtlCol="0" anchor="t">
            <a:normAutofit lnSpcReduction="10000"/>
          </a:bodyPr>
          <a:lstStyle/>
          <a:p>
            <a:pPr defTabSz="914507"/>
            <a:r>
              <a:rPr lang="en-US" sz="1100">
                <a:solidFill>
                  <a:srgbClr val="000000"/>
                </a:solidFill>
                <a:latin typeface="IBM Plex Sans"/>
              </a:rPr>
              <a:t>IBM turns enterprise data into trusted real-time context for AI. By combining business knowledge, intelligent retrieval, document understanding, enterprise search, and live operational signals into a shared context layer, IBM delivers the right context to AI agents and applications exactly when it's needed -helping them reason, act, and respond with greater accuracy and confidence.</a:t>
            </a:r>
          </a:p>
          <a:p>
            <a:pPr defTabSz="914507"/>
            <a:endParaRPr lang="en-US" sz="1100" b="1">
              <a:solidFill>
                <a:srgbClr val="000000"/>
              </a:solidFill>
              <a:latin typeface="IBM Plex Sans" panose="020B0503050203000203" pitchFamily="34" charset="0"/>
            </a:endParaRPr>
          </a:p>
          <a:p>
            <a:pPr defTabSz="914507"/>
            <a:r>
              <a:rPr lang="en-US" sz="1100" b="1">
                <a:solidFill>
                  <a:srgbClr val="000000"/>
                </a:solidFill>
                <a:latin typeface="IBM Plex Sans" panose="020B0503050203000203" pitchFamily="34" charset="0"/>
              </a:rPr>
              <a:t>Specific components</a:t>
            </a:r>
          </a:p>
          <a:p>
            <a:pPr marL="171450" indent="-171450" fontAlgn="base">
              <a:buFont typeface="Arial" panose="020B0604020202020204" pitchFamily="34" charset="0"/>
              <a:buChar char="•"/>
            </a:pPr>
            <a:r>
              <a:rPr lang="en-US" sz="1000">
                <a:solidFill>
                  <a:srgbClr val="1F1F1F"/>
                </a:solidFill>
                <a:latin typeface="IBM Plex Sans"/>
              </a:rPr>
              <a:t>Context Hub (in preview)</a:t>
            </a:r>
            <a:endParaRPr lang="en-US" sz="1000">
              <a:solidFill>
                <a:srgbClr val="1F1F1F"/>
              </a:solidFill>
              <a:latin typeface="IBM Plex Sans" panose="020B0503050203000203" pitchFamily="34" charset="0"/>
            </a:endParaRPr>
          </a:p>
          <a:p>
            <a:pPr marL="171450" indent="-171450" fontAlgn="base">
              <a:buFont typeface="Arial" panose="020B0604020202020204" pitchFamily="34" charset="0"/>
              <a:buChar char="•"/>
            </a:pPr>
            <a:r>
              <a:rPr lang="en-US" sz="1000" err="1">
                <a:solidFill>
                  <a:srgbClr val="1F1F1F"/>
                </a:solidFill>
                <a:latin typeface="IBM Plex Sans"/>
              </a:rPr>
              <a:t>Docling</a:t>
            </a:r>
            <a:endParaRPr lang="en-US" sz="1000">
              <a:solidFill>
                <a:srgbClr val="1F1F1F"/>
              </a:solidFill>
              <a:latin typeface="IBM Plex Sans"/>
            </a:endParaRPr>
          </a:p>
          <a:p>
            <a:pPr marL="171450" indent="-171450">
              <a:buFont typeface="Arial" panose="020B0604020202020204" pitchFamily="34" charset="0"/>
              <a:buChar char="•"/>
            </a:pPr>
            <a:r>
              <a:rPr lang="en-US" sz="1000" err="1">
                <a:solidFill>
                  <a:srgbClr val="1F1F1F"/>
                </a:solidFill>
                <a:latin typeface="IBM Plex Sans"/>
              </a:rPr>
              <a:t>OpenRAG</a:t>
            </a:r>
            <a:r>
              <a:rPr lang="en-US" sz="1000">
                <a:solidFill>
                  <a:srgbClr val="1F1F1F"/>
                </a:solidFill>
                <a:latin typeface="IBM Plex Sans"/>
              </a:rPr>
              <a:t> </a:t>
            </a:r>
            <a:endParaRPr lang="en-US"/>
          </a:p>
          <a:p>
            <a:pPr marL="171450" indent="-171450" fontAlgn="base">
              <a:buFont typeface="Arial" panose="020B0604020202020204" pitchFamily="34" charset="0"/>
              <a:buChar char="•"/>
            </a:pPr>
            <a:r>
              <a:rPr lang="en-US" sz="1000">
                <a:solidFill>
                  <a:srgbClr val="1F1F1F"/>
                </a:solidFill>
                <a:latin typeface="IBM Plex Sans" panose="020B0503050203000203" pitchFamily="34" charset="0"/>
              </a:rPr>
              <a:t>Unified Lineage </a:t>
            </a:r>
          </a:p>
          <a:p>
            <a:pPr marL="171450" indent="-171450" fontAlgn="base">
              <a:buFont typeface="Arial" panose="020B0604020202020204" pitchFamily="34" charset="0"/>
              <a:buChar char="•"/>
            </a:pPr>
            <a:r>
              <a:rPr lang="en-US" sz="1000">
                <a:solidFill>
                  <a:srgbClr val="1F1F1F"/>
                </a:solidFill>
                <a:latin typeface="IBM Plex Sans" panose="020B0503050203000203" pitchFamily="34" charset="0"/>
              </a:rPr>
              <a:t>Catalog</a:t>
            </a:r>
          </a:p>
          <a:p>
            <a:pPr marL="171450" indent="-171450" fontAlgn="base">
              <a:buFont typeface="Arial" panose="020B0604020202020204" pitchFamily="34" charset="0"/>
              <a:buChar char="•"/>
            </a:pPr>
            <a:r>
              <a:rPr lang="en-US" sz="1000">
                <a:solidFill>
                  <a:srgbClr val="1F1F1F"/>
                </a:solidFill>
                <a:latin typeface="IBM Plex Sans" panose="020B0503050203000203" pitchFamily="34" charset="0"/>
              </a:rPr>
              <a:t>OpenSearch </a:t>
            </a:r>
          </a:p>
          <a:p>
            <a:pPr marL="171450" indent="-171450" fontAlgn="base">
              <a:buFont typeface="Arial" panose="020B0604020202020204" pitchFamily="34" charset="0"/>
              <a:buChar char="•"/>
            </a:pPr>
            <a:r>
              <a:rPr lang="en-US" sz="1000">
                <a:solidFill>
                  <a:srgbClr val="1F1F1F"/>
                </a:solidFill>
                <a:latin typeface="IBM Plex Sans" panose="020B0503050203000203" pitchFamily="34" charset="0"/>
              </a:rPr>
              <a:t>Real-time Context Engine (future)</a:t>
            </a:r>
          </a:p>
        </p:txBody>
      </p:sp>
      <p:sp>
        <p:nvSpPr>
          <p:cNvPr id="20" name="Shape 18">
            <a:extLst>
              <a:ext uri="{FF2B5EF4-FFF2-40B4-BE49-F238E27FC236}">
                <a16:creationId xmlns:a16="http://schemas.microsoft.com/office/drawing/2014/main" id="{E749E07A-A4B0-DB93-6979-5A8649797165}"/>
              </a:ext>
            </a:extLst>
          </p:cNvPr>
          <p:cNvSpPr/>
          <p:nvPr/>
        </p:nvSpPr>
        <p:spPr>
          <a:xfrm>
            <a:off x="475488" y="4736592"/>
            <a:ext cx="11228832" cy="292608"/>
          </a:xfrm>
          <a:prstGeom prst="rect">
            <a:avLst/>
          </a:prstGeom>
          <a:solidFill>
            <a:srgbClr val="16256F"/>
          </a:solidFill>
          <a:ln w="12700">
            <a:solidFill>
              <a:srgbClr val="16256F"/>
            </a:solidFill>
            <a:prstDash val="solid"/>
          </a:ln>
        </p:spPr>
        <p:txBody>
          <a:bodyPr/>
          <a:lstStyle/>
          <a:p>
            <a:endParaRPr lang="en-IN">
              <a:latin typeface="IBM Plex Sans" panose="020B0503050203000203" pitchFamily="34" charset="0"/>
            </a:endParaRPr>
          </a:p>
        </p:txBody>
      </p:sp>
      <p:sp>
        <p:nvSpPr>
          <p:cNvPr id="21" name="Text 19">
            <a:extLst>
              <a:ext uri="{FF2B5EF4-FFF2-40B4-BE49-F238E27FC236}">
                <a16:creationId xmlns:a16="http://schemas.microsoft.com/office/drawing/2014/main" id="{6B47D619-0B9D-7454-D493-238823568358}"/>
              </a:ext>
            </a:extLst>
          </p:cNvPr>
          <p:cNvSpPr/>
          <p:nvPr/>
        </p:nvSpPr>
        <p:spPr>
          <a:xfrm>
            <a:off x="585216" y="4786884"/>
            <a:ext cx="11009376" cy="228600"/>
          </a:xfrm>
          <a:prstGeom prst="rect">
            <a:avLst/>
          </a:prstGeom>
          <a:noFill/>
          <a:ln/>
        </p:spPr>
        <p:txBody>
          <a:bodyPr wrap="square" lIns="0" tIns="0" rIns="0" bIns="0" rtlCol="0" anchor="ctr"/>
          <a:lstStyle/>
          <a:p>
            <a:pPr marL="0" indent="0">
              <a:buNone/>
            </a:pPr>
            <a:r>
              <a:rPr lang="en-US" sz="1050">
                <a:solidFill>
                  <a:srgbClr val="FFFFFF"/>
                </a:solidFill>
                <a:latin typeface="IBM Plex Sans" panose="020B0503050203000203" pitchFamily="34" charset="0"/>
                <a:ea typeface="IBM Plex Sans" pitchFamily="34" charset="-122"/>
                <a:cs typeface="IBM Plex Sans" pitchFamily="34" charset="-120"/>
              </a:rPr>
              <a:t>Elevator pitch</a:t>
            </a:r>
            <a:endParaRPr lang="en-US" sz="1050">
              <a:latin typeface="IBM Plex Sans" panose="020B0503050203000203" pitchFamily="34" charset="0"/>
            </a:endParaRPr>
          </a:p>
        </p:txBody>
      </p:sp>
      <p:sp>
        <p:nvSpPr>
          <p:cNvPr id="22" name="Shape 20">
            <a:extLst>
              <a:ext uri="{FF2B5EF4-FFF2-40B4-BE49-F238E27FC236}">
                <a16:creationId xmlns:a16="http://schemas.microsoft.com/office/drawing/2014/main" id="{D3C50AF5-7DD0-1747-A83C-410D02BFE3EB}"/>
              </a:ext>
            </a:extLst>
          </p:cNvPr>
          <p:cNvSpPr/>
          <p:nvPr/>
        </p:nvSpPr>
        <p:spPr>
          <a:xfrm>
            <a:off x="475488" y="5029200"/>
            <a:ext cx="11228832" cy="1325880"/>
          </a:xfrm>
          <a:prstGeom prst="rect">
            <a:avLst/>
          </a:prstGeom>
          <a:solidFill>
            <a:srgbClr val="DDEBFF"/>
          </a:solidFill>
          <a:ln w="12700">
            <a:solidFill>
              <a:srgbClr val="0F62FE"/>
            </a:solidFill>
            <a:prstDash val="solid"/>
          </a:ln>
        </p:spPr>
        <p:txBody>
          <a:bodyPr/>
          <a:lstStyle/>
          <a:p>
            <a:endParaRPr lang="en-IN">
              <a:latin typeface="IBM Plex Sans" panose="020B0503050203000203" pitchFamily="34" charset="0"/>
            </a:endParaRPr>
          </a:p>
        </p:txBody>
      </p:sp>
      <p:sp>
        <p:nvSpPr>
          <p:cNvPr id="23" name="Text 21">
            <a:extLst>
              <a:ext uri="{FF2B5EF4-FFF2-40B4-BE49-F238E27FC236}">
                <a16:creationId xmlns:a16="http://schemas.microsoft.com/office/drawing/2014/main" id="{7BDDD370-7E34-90D8-E4E2-7D54A2E826F4}"/>
              </a:ext>
            </a:extLst>
          </p:cNvPr>
          <p:cNvSpPr/>
          <p:nvPr/>
        </p:nvSpPr>
        <p:spPr>
          <a:xfrm>
            <a:off x="658368" y="5148072"/>
            <a:ext cx="11045952" cy="1078992"/>
          </a:xfrm>
          <a:prstGeom prst="rect">
            <a:avLst/>
          </a:prstGeom>
          <a:noFill/>
          <a:ln/>
        </p:spPr>
        <p:txBody>
          <a:bodyPr wrap="square" lIns="127" tIns="127" rIns="127" bIns="127" rtlCol="0" anchor="t">
            <a:normAutofit/>
          </a:bodyPr>
          <a:lstStyle/>
          <a:p>
            <a:pPr>
              <a:defRPr/>
            </a:pPr>
            <a:r>
              <a:rPr lang="en-US" sz="1300">
                <a:solidFill>
                  <a:srgbClr val="000000"/>
                </a:solidFill>
                <a:latin typeface="IBM Plex Sans"/>
                <a:cs typeface="Arial"/>
              </a:rPr>
              <a:t>Enterprise AI needs more than access to data, it needs trusted real-time context. AI agents must understand what information means, how it's connected, which sources to trust, and what is happening now to make better decisions.</a:t>
            </a:r>
          </a:p>
          <a:p>
            <a:pPr indent="-285750">
              <a:buFont typeface="Arial" panose="020B0502040204020203" pitchFamily="34" charset="0"/>
              <a:buChar char="•"/>
              <a:defRPr/>
            </a:pPr>
            <a:endParaRPr lang="en-US" sz="1300">
              <a:solidFill>
                <a:srgbClr val="000000"/>
              </a:solidFill>
              <a:latin typeface="IBM Plex Sans"/>
              <a:cs typeface="Arial"/>
            </a:endParaRPr>
          </a:p>
          <a:p>
            <a:pPr>
              <a:defRPr/>
            </a:pPr>
            <a:r>
              <a:rPr lang="en-US" sz="1300">
                <a:solidFill>
                  <a:srgbClr val="000000"/>
                </a:solidFill>
                <a:latin typeface="IBM Plex Sans"/>
                <a:cs typeface="Arial"/>
              </a:rPr>
              <a:t>IBM delivers a shared real-time context layer that brings together enterprise knowledge and live operational signals, helping organizations improve AI accuracy, relevance, and trust across enterprise workflows.</a:t>
            </a:r>
          </a:p>
        </p:txBody>
      </p:sp>
      <p:sp>
        <p:nvSpPr>
          <p:cNvPr id="24" name="Text 22">
            <a:extLst>
              <a:ext uri="{FF2B5EF4-FFF2-40B4-BE49-F238E27FC236}">
                <a16:creationId xmlns:a16="http://schemas.microsoft.com/office/drawing/2014/main" id="{9D820F10-C527-FD22-EAEF-A805D2A571F0}"/>
              </a:ext>
            </a:extLst>
          </p:cNvPr>
          <p:cNvSpPr/>
          <p:nvPr/>
        </p:nvSpPr>
        <p:spPr>
          <a:xfrm>
            <a:off x="475488" y="6519672"/>
            <a:ext cx="6858000" cy="137160"/>
          </a:xfrm>
          <a:prstGeom prst="rect">
            <a:avLst/>
          </a:prstGeom>
          <a:noFill/>
          <a:ln/>
        </p:spPr>
        <p:txBody>
          <a:bodyPr wrap="square" lIns="0" tIns="0" rIns="0" bIns="0" rtlCol="0" anchor="ctr"/>
          <a:lstStyle/>
          <a:p>
            <a:pPr marL="0" indent="0">
              <a:buNone/>
            </a:pPr>
            <a:r>
              <a:rPr lang="en-US" sz="650">
                <a:solidFill>
                  <a:srgbClr val="4D5358"/>
                </a:solidFill>
                <a:latin typeface="IBM Plex Sans" panose="020B0503050203000203" pitchFamily="34" charset="0"/>
                <a:ea typeface="IBM Plex Sans" pitchFamily="34" charset="-122"/>
                <a:cs typeface="IBM Plex Sans" pitchFamily="34" charset="-120"/>
              </a:rPr>
              <a:t>IBM Data Platform Positioning, Messaging, &amp; Packaging | Q32026 | Internal planning draft</a:t>
            </a:r>
            <a:endParaRPr lang="en-US" sz="650">
              <a:latin typeface="IBM Plex Sans" panose="020B0503050203000203" pitchFamily="34" charset="0"/>
            </a:endParaRPr>
          </a:p>
        </p:txBody>
      </p:sp>
      <p:sp>
        <p:nvSpPr>
          <p:cNvPr id="25" name="Text 23">
            <a:extLst>
              <a:ext uri="{FF2B5EF4-FFF2-40B4-BE49-F238E27FC236}">
                <a16:creationId xmlns:a16="http://schemas.microsoft.com/office/drawing/2014/main" id="{BABDE704-E890-E278-7902-641803F00B44}"/>
              </a:ext>
            </a:extLst>
          </p:cNvPr>
          <p:cNvSpPr/>
          <p:nvPr/>
        </p:nvSpPr>
        <p:spPr>
          <a:xfrm>
            <a:off x="10698480" y="6519672"/>
            <a:ext cx="1005840" cy="137160"/>
          </a:xfrm>
          <a:prstGeom prst="rect">
            <a:avLst/>
          </a:prstGeom>
          <a:noFill/>
          <a:ln/>
        </p:spPr>
        <p:txBody>
          <a:bodyPr wrap="square" lIns="0" tIns="0" rIns="0" bIns="0" rtlCol="0" anchor="ctr"/>
          <a:lstStyle/>
          <a:p>
            <a:pPr marL="0" indent="0" algn="r">
              <a:buNone/>
            </a:pPr>
            <a:r>
              <a:rPr lang="en-US" sz="650">
                <a:solidFill>
                  <a:srgbClr val="4D5358"/>
                </a:solidFill>
                <a:latin typeface="IBM Plex Sans" panose="020B0503050203000203" pitchFamily="34" charset="0"/>
                <a:ea typeface="IBM Plex Sans" pitchFamily="34" charset="-122"/>
                <a:cs typeface="IBM Plex Sans" pitchFamily="34" charset="-120"/>
              </a:rPr>
              <a:t>IBM Internal</a:t>
            </a:r>
            <a:endParaRPr lang="en-US" sz="650">
              <a:latin typeface="IBM Plex Sans" panose="020B0503050203000203" pitchFamily="34" charset="0"/>
            </a:endParaRPr>
          </a:p>
        </p:txBody>
      </p:sp>
      <p:sp>
        <p:nvSpPr>
          <p:cNvPr id="27" name="5-Point Star 26">
            <a:extLst>
              <a:ext uri="{FF2B5EF4-FFF2-40B4-BE49-F238E27FC236}">
                <a16:creationId xmlns:a16="http://schemas.microsoft.com/office/drawing/2014/main" id="{B95B5FB3-7ED5-271D-6E7C-915049BFE5C1}"/>
              </a:ext>
            </a:extLst>
          </p:cNvPr>
          <p:cNvSpPr/>
          <p:nvPr/>
        </p:nvSpPr>
        <p:spPr>
          <a:xfrm>
            <a:off x="217142" y="4786134"/>
            <a:ext cx="203482" cy="193523"/>
          </a:xfrm>
          <a:prstGeom prst="star5">
            <a:avLst/>
          </a:prstGeom>
          <a:solidFill>
            <a:srgbClr val="70AD47">
              <a:lumMod val="7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IBM Plex Sans" panose="020B0503050203000203" pitchFamily="34" charset="0"/>
              <a:ea typeface="+mn-ea"/>
              <a:cs typeface="+mn-cs"/>
            </a:endParaRPr>
          </a:p>
        </p:txBody>
      </p:sp>
      <p:sp>
        <p:nvSpPr>
          <p:cNvPr id="28" name="5-Point Star 27">
            <a:extLst>
              <a:ext uri="{FF2B5EF4-FFF2-40B4-BE49-F238E27FC236}">
                <a16:creationId xmlns:a16="http://schemas.microsoft.com/office/drawing/2014/main" id="{E7B72E8B-F92B-9E59-9D4E-46E4B534CC7F}"/>
              </a:ext>
            </a:extLst>
          </p:cNvPr>
          <p:cNvSpPr/>
          <p:nvPr/>
        </p:nvSpPr>
        <p:spPr>
          <a:xfrm>
            <a:off x="9788999" y="534284"/>
            <a:ext cx="293917" cy="279532"/>
          </a:xfrm>
          <a:prstGeom prst="star5">
            <a:avLst/>
          </a:prstGeom>
          <a:solidFill>
            <a:srgbClr val="70AD47">
              <a:lumMod val="7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IBM Plex Sans" panose="020B0503050203000203" pitchFamily="34" charset="0"/>
              <a:ea typeface="+mn-ea"/>
              <a:cs typeface="+mn-cs"/>
            </a:endParaRPr>
          </a:p>
        </p:txBody>
      </p:sp>
      <p:sp>
        <p:nvSpPr>
          <p:cNvPr id="29" name="Text 1">
            <a:extLst>
              <a:ext uri="{FF2B5EF4-FFF2-40B4-BE49-F238E27FC236}">
                <a16:creationId xmlns:a16="http://schemas.microsoft.com/office/drawing/2014/main" id="{5FD58BFB-0AD3-AED3-6301-22A990123168}"/>
              </a:ext>
            </a:extLst>
          </p:cNvPr>
          <p:cNvSpPr/>
          <p:nvPr/>
        </p:nvSpPr>
        <p:spPr>
          <a:xfrm>
            <a:off x="10082916" y="607970"/>
            <a:ext cx="1881150" cy="197990"/>
          </a:xfrm>
          <a:prstGeom prst="rect">
            <a:avLst/>
          </a:prstGeom>
          <a:noFill/>
          <a:ln/>
        </p:spPr>
        <p:txBody>
          <a:bodyPr wrap="square" lIns="0" tIns="0" rIns="0" bIns="0" rtlCol="0" anchor="ctr"/>
          <a:lstStyle/>
          <a:p>
            <a:pPr>
              <a:defRPr/>
            </a:pPr>
            <a:r>
              <a:rPr lang="en-US" sz="1200">
                <a:solidFill>
                  <a:prstClr val="black"/>
                </a:solidFill>
                <a:highlight>
                  <a:srgbClr val="FFFF00"/>
                </a:highlight>
                <a:latin typeface="IBM Plex Sans" panose="020B0503050203000203" pitchFamily="34" charset="0"/>
                <a:ea typeface="Arial" pitchFamily="34" charset="-122"/>
                <a:cs typeface="Arial" pitchFamily="34" charset="-120"/>
              </a:rPr>
              <a:t>Feedback required</a:t>
            </a:r>
            <a:endParaRPr lang="en-US" sz="1200">
              <a:solidFill>
                <a:prstClr val="black"/>
              </a:solidFill>
              <a:highlight>
                <a:srgbClr val="FFFF00"/>
              </a:highlight>
              <a:latin typeface="IBM Plex Sans" panose="020B0503050203000203" pitchFamily="34" charset="0"/>
              <a:cs typeface="Arial"/>
            </a:endParaRPr>
          </a:p>
        </p:txBody>
      </p:sp>
      <p:sp>
        <p:nvSpPr>
          <p:cNvPr id="30" name="5-Point Star 29">
            <a:extLst>
              <a:ext uri="{FF2B5EF4-FFF2-40B4-BE49-F238E27FC236}">
                <a16:creationId xmlns:a16="http://schemas.microsoft.com/office/drawing/2014/main" id="{710BAD81-92D0-86B7-7455-CB58B9B8E283}"/>
              </a:ext>
            </a:extLst>
          </p:cNvPr>
          <p:cNvSpPr/>
          <p:nvPr/>
        </p:nvSpPr>
        <p:spPr>
          <a:xfrm>
            <a:off x="350481" y="1517904"/>
            <a:ext cx="293917" cy="279532"/>
          </a:xfrm>
          <a:prstGeom prst="star5">
            <a:avLst/>
          </a:prstGeom>
          <a:solidFill>
            <a:srgbClr val="70AD47">
              <a:lumMod val="7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IBM Plex Sans" panose="020B0503050203000203" pitchFamily="34" charset="0"/>
              <a:ea typeface="+mn-ea"/>
              <a:cs typeface="+mn-cs"/>
            </a:endParaRPr>
          </a:p>
        </p:txBody>
      </p:sp>
      <p:sp>
        <p:nvSpPr>
          <p:cNvPr id="31" name="5-Point Star 30">
            <a:extLst>
              <a:ext uri="{FF2B5EF4-FFF2-40B4-BE49-F238E27FC236}">
                <a16:creationId xmlns:a16="http://schemas.microsoft.com/office/drawing/2014/main" id="{E1F5EFB5-95B0-B6C5-46C9-27C578408BCE}"/>
              </a:ext>
            </a:extLst>
          </p:cNvPr>
          <p:cNvSpPr/>
          <p:nvPr/>
        </p:nvSpPr>
        <p:spPr>
          <a:xfrm>
            <a:off x="3876401" y="1510086"/>
            <a:ext cx="293917" cy="279532"/>
          </a:xfrm>
          <a:prstGeom prst="star5">
            <a:avLst/>
          </a:prstGeom>
          <a:solidFill>
            <a:srgbClr val="70AD47">
              <a:lumMod val="7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IBM Plex Sans" panose="020B0503050203000203" pitchFamily="34" charset="0"/>
              <a:ea typeface="+mn-ea"/>
              <a:cs typeface="+mn-cs"/>
            </a:endParaRPr>
          </a:p>
        </p:txBody>
      </p:sp>
    </p:spTree>
    <p:extLst>
      <p:ext uri="{BB962C8B-B14F-4D97-AF65-F5344CB8AC3E}">
        <p14:creationId xmlns:p14="http://schemas.microsoft.com/office/powerpoint/2010/main" val="18419315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1A57D7-64EB-ADCE-4F7F-CA2A73AF4BC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A75D41A-399E-9D85-9DFB-37AC956C39A9}"/>
              </a:ext>
            </a:extLst>
          </p:cNvPr>
          <p:cNvSpPr/>
          <p:nvPr/>
        </p:nvSpPr>
        <p:spPr>
          <a:xfrm>
            <a:off x="0" y="0"/>
            <a:ext cx="12191695" cy="329184"/>
          </a:xfrm>
          <a:prstGeom prst="rect">
            <a:avLst/>
          </a:prstGeom>
          <a:solidFill>
            <a:srgbClr val="16256F"/>
          </a:solidFill>
          <a:ln w="12700">
            <a:solidFill>
              <a:srgbClr val="16256F"/>
            </a:solidFill>
            <a:prstDash val="solid"/>
          </a:ln>
        </p:spPr>
        <p:txBody>
          <a:bodyPr/>
          <a:lstStyle/>
          <a:p>
            <a:endParaRPr lang="en-IN">
              <a:latin typeface="IBM Plex Sans" panose="020B0503050203000203" pitchFamily="34" charset="0"/>
            </a:endParaRPr>
          </a:p>
        </p:txBody>
      </p:sp>
      <p:sp>
        <p:nvSpPr>
          <p:cNvPr id="3" name="Text 1">
            <a:extLst>
              <a:ext uri="{FF2B5EF4-FFF2-40B4-BE49-F238E27FC236}">
                <a16:creationId xmlns:a16="http://schemas.microsoft.com/office/drawing/2014/main" id="{2ABEA40F-CD44-8390-2272-79B50B3691EA}"/>
              </a:ext>
            </a:extLst>
          </p:cNvPr>
          <p:cNvSpPr/>
          <p:nvPr/>
        </p:nvSpPr>
        <p:spPr>
          <a:xfrm>
            <a:off x="320040" y="73152"/>
            <a:ext cx="7772400" cy="164592"/>
          </a:xfrm>
          <a:prstGeom prst="rect">
            <a:avLst/>
          </a:prstGeom>
          <a:noFill/>
          <a:ln/>
        </p:spPr>
        <p:txBody>
          <a:bodyPr wrap="square" lIns="0" tIns="0" rIns="0" bIns="0" rtlCol="0" anchor="ctr"/>
          <a:lstStyle/>
          <a:p>
            <a:pPr marL="0" indent="0">
              <a:buNone/>
            </a:pPr>
            <a:r>
              <a:rPr lang="en-US" sz="1300">
                <a:solidFill>
                  <a:srgbClr val="FFFFFF"/>
                </a:solidFill>
                <a:latin typeface="IBM Plex Sans" panose="020B0503050203000203" pitchFamily="34" charset="0"/>
                <a:ea typeface="IBM Plex Sans" pitchFamily="34" charset="-122"/>
                <a:cs typeface="IBM Plex Sans" pitchFamily="34" charset="-120"/>
              </a:rPr>
              <a:t>IBM Data Positioning &amp; Messaging – GTM Motion Summary</a:t>
            </a:r>
            <a:endParaRPr lang="en-US" sz="1300">
              <a:latin typeface="IBM Plex Sans" panose="020B0503050203000203" pitchFamily="34" charset="0"/>
            </a:endParaRPr>
          </a:p>
        </p:txBody>
      </p:sp>
      <p:sp>
        <p:nvSpPr>
          <p:cNvPr id="4" name="Text 2">
            <a:extLst>
              <a:ext uri="{FF2B5EF4-FFF2-40B4-BE49-F238E27FC236}">
                <a16:creationId xmlns:a16="http://schemas.microsoft.com/office/drawing/2014/main" id="{8515F2EB-7890-E4D2-AD2C-2A4FAF620F57}"/>
              </a:ext>
            </a:extLst>
          </p:cNvPr>
          <p:cNvSpPr/>
          <p:nvPr/>
        </p:nvSpPr>
        <p:spPr>
          <a:xfrm>
            <a:off x="475488" y="530352"/>
            <a:ext cx="11155680" cy="347472"/>
          </a:xfrm>
          <a:prstGeom prst="rect">
            <a:avLst/>
          </a:prstGeom>
          <a:noFill/>
          <a:ln/>
        </p:spPr>
        <p:txBody>
          <a:bodyPr wrap="square" lIns="0" tIns="0" rIns="0" bIns="0" rtlCol="0" anchor="ctr"/>
          <a:lstStyle/>
          <a:p>
            <a:pPr defTabSz="914507"/>
            <a:r>
              <a:rPr lang="en-US" sz="2200">
                <a:solidFill>
                  <a:srgbClr val="3D66E8"/>
                </a:solidFill>
                <a:latin typeface="IBM Plex Sans"/>
              </a:rPr>
              <a:t>Motion 4: Reduce the cost of modern data workloads</a:t>
            </a:r>
          </a:p>
        </p:txBody>
      </p:sp>
      <p:sp>
        <p:nvSpPr>
          <p:cNvPr id="5" name="Shape 3">
            <a:extLst>
              <a:ext uri="{FF2B5EF4-FFF2-40B4-BE49-F238E27FC236}">
                <a16:creationId xmlns:a16="http://schemas.microsoft.com/office/drawing/2014/main" id="{558C1270-94DF-402D-7F83-C77A2B15EA25}"/>
              </a:ext>
            </a:extLst>
          </p:cNvPr>
          <p:cNvSpPr/>
          <p:nvPr/>
        </p:nvSpPr>
        <p:spPr>
          <a:xfrm>
            <a:off x="475488" y="1014984"/>
            <a:ext cx="11228832" cy="457200"/>
          </a:xfrm>
          <a:prstGeom prst="rect">
            <a:avLst/>
          </a:prstGeom>
          <a:solidFill>
            <a:srgbClr val="FFFFFF"/>
          </a:solidFill>
          <a:ln w="12700">
            <a:solidFill>
              <a:srgbClr val="B9C3D9"/>
            </a:solidFill>
            <a:prstDash val="solid"/>
          </a:ln>
          <a:effectLst>
            <a:outerShdw blurRad="12700" dist="50800" dir="2700000" algn="bl" rotWithShape="0">
              <a:srgbClr val="C4C4C4">
                <a:alpha val="18000"/>
              </a:srgbClr>
            </a:outerShdw>
          </a:effectLst>
        </p:spPr>
        <p:txBody>
          <a:bodyPr/>
          <a:lstStyle/>
          <a:p>
            <a:endParaRPr lang="en-IN">
              <a:latin typeface="IBM Plex Sans" panose="020B0503050203000203" pitchFamily="34" charset="0"/>
            </a:endParaRPr>
          </a:p>
        </p:txBody>
      </p:sp>
      <p:sp>
        <p:nvSpPr>
          <p:cNvPr id="6" name="Text 4">
            <a:extLst>
              <a:ext uri="{FF2B5EF4-FFF2-40B4-BE49-F238E27FC236}">
                <a16:creationId xmlns:a16="http://schemas.microsoft.com/office/drawing/2014/main" id="{C44DA876-FE3A-0BB3-3322-B016D2CA38FF}"/>
              </a:ext>
            </a:extLst>
          </p:cNvPr>
          <p:cNvSpPr/>
          <p:nvPr/>
        </p:nvSpPr>
        <p:spPr>
          <a:xfrm>
            <a:off x="658368" y="1161288"/>
            <a:ext cx="1234440" cy="164592"/>
          </a:xfrm>
          <a:prstGeom prst="rect">
            <a:avLst/>
          </a:prstGeom>
          <a:noFill/>
          <a:ln/>
        </p:spPr>
        <p:txBody>
          <a:bodyPr wrap="square" lIns="0" tIns="0" rIns="0" bIns="0" rtlCol="0" anchor="ctr"/>
          <a:lstStyle/>
          <a:p>
            <a:pPr marL="0" indent="0">
              <a:buNone/>
            </a:pPr>
            <a:r>
              <a:rPr lang="en-US" sz="1100" b="1">
                <a:solidFill>
                  <a:srgbClr val="16256F"/>
                </a:solidFill>
                <a:latin typeface="IBM Plex Sans" panose="020B0503050203000203" pitchFamily="34" charset="0"/>
                <a:ea typeface="IBM Plex Sans" pitchFamily="34" charset="-122"/>
                <a:cs typeface="IBM Plex Sans" pitchFamily="34" charset="-120"/>
              </a:rPr>
              <a:t>Motion purpose</a:t>
            </a:r>
            <a:endParaRPr lang="en-US" sz="1100">
              <a:latin typeface="IBM Plex Sans" panose="020B0503050203000203" pitchFamily="34" charset="0"/>
            </a:endParaRPr>
          </a:p>
        </p:txBody>
      </p:sp>
      <p:sp>
        <p:nvSpPr>
          <p:cNvPr id="7" name="Text 5">
            <a:extLst>
              <a:ext uri="{FF2B5EF4-FFF2-40B4-BE49-F238E27FC236}">
                <a16:creationId xmlns:a16="http://schemas.microsoft.com/office/drawing/2014/main" id="{4AFC7B49-1182-EED4-246B-72757AEDE2C4}"/>
              </a:ext>
            </a:extLst>
          </p:cNvPr>
          <p:cNvSpPr/>
          <p:nvPr/>
        </p:nvSpPr>
        <p:spPr>
          <a:xfrm>
            <a:off x="1993392" y="1164827"/>
            <a:ext cx="9418320" cy="292608"/>
          </a:xfrm>
          <a:prstGeom prst="rect">
            <a:avLst/>
          </a:prstGeom>
          <a:noFill/>
          <a:ln/>
        </p:spPr>
        <p:txBody>
          <a:bodyPr wrap="square" lIns="0" tIns="0" rIns="0" bIns="0" rtlCol="0" anchor="ctr">
            <a:normAutofit fontScale="85000" lnSpcReduction="20000"/>
          </a:bodyPr>
          <a:lstStyle/>
          <a:p>
            <a:pPr defTabSz="914507"/>
            <a:r>
              <a:rPr lang="en-US" sz="1400">
                <a:solidFill>
                  <a:srgbClr val="2D2D2D"/>
                </a:solidFill>
                <a:latin typeface="IBM Plex Sans Light"/>
              </a:rPr>
              <a:t>Optimize price-performance across modern data workloads by matching every workload to the right engine on an open, interoperable platform.</a:t>
            </a:r>
            <a:endParaRPr lang="en-US" sz="1400">
              <a:solidFill>
                <a:srgbClr val="000000"/>
              </a:solidFill>
              <a:latin typeface="IBM Plex Sans Light"/>
            </a:endParaRPr>
          </a:p>
          <a:p>
            <a:pPr defTabSz="914507"/>
            <a:endParaRPr lang="en-US" sz="1000">
              <a:solidFill>
                <a:srgbClr val="2D2D2D"/>
              </a:solidFill>
              <a:latin typeface="IBM Plex Sans"/>
            </a:endParaRPr>
          </a:p>
        </p:txBody>
      </p:sp>
      <p:sp>
        <p:nvSpPr>
          <p:cNvPr id="8" name="Shape 6">
            <a:extLst>
              <a:ext uri="{FF2B5EF4-FFF2-40B4-BE49-F238E27FC236}">
                <a16:creationId xmlns:a16="http://schemas.microsoft.com/office/drawing/2014/main" id="{9E30D3BD-2F05-2D3E-F10A-39454ABC8174}"/>
              </a:ext>
            </a:extLst>
          </p:cNvPr>
          <p:cNvSpPr/>
          <p:nvPr/>
        </p:nvSpPr>
        <p:spPr>
          <a:xfrm>
            <a:off x="475488" y="1719072"/>
            <a:ext cx="3246120" cy="292608"/>
          </a:xfrm>
          <a:prstGeom prst="rect">
            <a:avLst/>
          </a:prstGeom>
          <a:solidFill>
            <a:srgbClr val="16256F"/>
          </a:solidFill>
          <a:ln w="12700">
            <a:solidFill>
              <a:srgbClr val="16256F"/>
            </a:solidFill>
            <a:prstDash val="solid"/>
          </a:ln>
        </p:spPr>
        <p:txBody>
          <a:bodyPr/>
          <a:lstStyle/>
          <a:p>
            <a:endParaRPr lang="en-IN">
              <a:latin typeface="IBM Plex Sans" panose="020B0503050203000203" pitchFamily="34" charset="0"/>
            </a:endParaRPr>
          </a:p>
        </p:txBody>
      </p:sp>
      <p:sp>
        <p:nvSpPr>
          <p:cNvPr id="9" name="Text 7">
            <a:extLst>
              <a:ext uri="{FF2B5EF4-FFF2-40B4-BE49-F238E27FC236}">
                <a16:creationId xmlns:a16="http://schemas.microsoft.com/office/drawing/2014/main" id="{C81F7306-71B1-91A0-AD01-FEE0D7E5CBB2}"/>
              </a:ext>
            </a:extLst>
          </p:cNvPr>
          <p:cNvSpPr/>
          <p:nvPr/>
        </p:nvSpPr>
        <p:spPr>
          <a:xfrm>
            <a:off x="585216" y="1769364"/>
            <a:ext cx="3026664" cy="228600"/>
          </a:xfrm>
          <a:prstGeom prst="rect">
            <a:avLst/>
          </a:prstGeom>
          <a:noFill/>
          <a:ln/>
        </p:spPr>
        <p:txBody>
          <a:bodyPr wrap="square" lIns="0" tIns="0" rIns="0" bIns="0" rtlCol="0" anchor="ctr"/>
          <a:lstStyle/>
          <a:p>
            <a:pPr marL="0" indent="0">
              <a:buNone/>
            </a:pPr>
            <a:r>
              <a:rPr lang="en-US" sz="1100" b="1">
                <a:solidFill>
                  <a:srgbClr val="FFFFFF"/>
                </a:solidFill>
                <a:latin typeface="IBM Plex Sans" panose="020B0503050203000203" pitchFamily="34" charset="0"/>
                <a:ea typeface="IBM Plex Sans" pitchFamily="34" charset="-122"/>
                <a:cs typeface="IBM Plex Sans" pitchFamily="34" charset="-120"/>
              </a:rPr>
              <a:t>Customer challenge</a:t>
            </a:r>
            <a:endParaRPr lang="en-US" sz="1100" b="1">
              <a:latin typeface="IBM Plex Sans" panose="020B0503050203000203" pitchFamily="34" charset="0"/>
            </a:endParaRPr>
          </a:p>
        </p:txBody>
      </p:sp>
      <p:sp>
        <p:nvSpPr>
          <p:cNvPr id="10" name="Shape 8">
            <a:extLst>
              <a:ext uri="{FF2B5EF4-FFF2-40B4-BE49-F238E27FC236}">
                <a16:creationId xmlns:a16="http://schemas.microsoft.com/office/drawing/2014/main" id="{F7800953-6424-8741-E808-722BA02A7FFC}"/>
              </a:ext>
            </a:extLst>
          </p:cNvPr>
          <p:cNvSpPr/>
          <p:nvPr/>
        </p:nvSpPr>
        <p:spPr>
          <a:xfrm>
            <a:off x="475488" y="2011680"/>
            <a:ext cx="3246120" cy="2523744"/>
          </a:xfrm>
          <a:prstGeom prst="rect">
            <a:avLst/>
          </a:prstGeom>
          <a:solidFill>
            <a:srgbClr val="FFFFFF"/>
          </a:solidFill>
          <a:ln w="12700">
            <a:solidFill>
              <a:srgbClr val="B9C3D9"/>
            </a:solidFill>
            <a:prstDash val="solid"/>
          </a:ln>
          <a:effectLst>
            <a:outerShdw blurRad="12700" dist="50800" dir="2700000" algn="bl" rotWithShape="0">
              <a:srgbClr val="D0D0D0">
                <a:alpha val="15000"/>
              </a:srgbClr>
            </a:outerShdw>
          </a:effectLst>
        </p:spPr>
        <p:txBody>
          <a:bodyPr/>
          <a:lstStyle/>
          <a:p>
            <a:endParaRPr lang="en-IN">
              <a:latin typeface="IBM Plex Sans" panose="020B0503050203000203" pitchFamily="34" charset="0"/>
            </a:endParaRPr>
          </a:p>
        </p:txBody>
      </p:sp>
      <p:sp>
        <p:nvSpPr>
          <p:cNvPr id="11" name="Text 9">
            <a:extLst>
              <a:ext uri="{FF2B5EF4-FFF2-40B4-BE49-F238E27FC236}">
                <a16:creationId xmlns:a16="http://schemas.microsoft.com/office/drawing/2014/main" id="{F0F7CFDF-BB7F-8328-C3F9-1849ABD10EAF}"/>
              </a:ext>
            </a:extLst>
          </p:cNvPr>
          <p:cNvSpPr/>
          <p:nvPr/>
        </p:nvSpPr>
        <p:spPr>
          <a:xfrm>
            <a:off x="585216" y="2103120"/>
            <a:ext cx="3026664" cy="2414016"/>
          </a:xfrm>
          <a:prstGeom prst="rect">
            <a:avLst/>
          </a:prstGeom>
          <a:noFill/>
          <a:ln/>
        </p:spPr>
        <p:txBody>
          <a:bodyPr wrap="square" lIns="254" tIns="254" rIns="254" bIns="254" rtlCol="0" anchor="t">
            <a:normAutofit/>
          </a:bodyPr>
          <a:lstStyle/>
          <a:p>
            <a:pPr marL="142846" indent="-142846" defTabSz="914507">
              <a:buFont typeface="Arial" panose="020B0604020202020204" pitchFamily="34" charset="0"/>
              <a:buChar char="•"/>
            </a:pPr>
            <a:r>
              <a:rPr lang="en-US" sz="1100">
                <a:solidFill>
                  <a:srgbClr val="000000"/>
                </a:solidFill>
                <a:latin typeface="IBM Plex Sans" panose="020B0503050203000203" pitchFamily="34" charset="0"/>
              </a:rPr>
              <a:t>Rising compute costs including more data and workloads increase costs and strain performance.</a:t>
            </a:r>
          </a:p>
          <a:p>
            <a:pPr marL="142846" indent="-142846" defTabSz="914507">
              <a:buFont typeface="Arial" panose="020B0604020202020204" pitchFamily="34" charset="0"/>
              <a:buChar char="•"/>
            </a:pPr>
            <a:endParaRPr lang="en-US" sz="1100">
              <a:solidFill>
                <a:srgbClr val="000000"/>
              </a:solidFill>
              <a:latin typeface="IBM Plex Sans" panose="020B0503050203000203" pitchFamily="34" charset="0"/>
            </a:endParaRPr>
          </a:p>
          <a:p>
            <a:pPr marL="142846" indent="-142846" defTabSz="914507">
              <a:buFont typeface="Arial" panose="020B0604020202020204" pitchFamily="34" charset="0"/>
              <a:buChar char="•"/>
            </a:pPr>
            <a:r>
              <a:rPr lang="en-US" sz="1100">
                <a:solidFill>
                  <a:srgbClr val="000000"/>
                </a:solidFill>
                <a:latin typeface="IBM Plex Sans" panose="020B0503050203000203" pitchFamily="34" charset="0"/>
              </a:rPr>
              <a:t>Fragmented architectures where specialized technologies create complexity and operational overhead.</a:t>
            </a:r>
          </a:p>
          <a:p>
            <a:pPr marL="142846" indent="-142846" defTabSz="914507">
              <a:buFont typeface="Arial" panose="020B0604020202020204" pitchFamily="34" charset="0"/>
              <a:buChar char="•"/>
            </a:pPr>
            <a:endParaRPr lang="en-US" sz="1100">
              <a:solidFill>
                <a:srgbClr val="000000"/>
              </a:solidFill>
              <a:latin typeface="IBM Plex Sans" panose="020B0503050203000203" pitchFamily="34" charset="0"/>
            </a:endParaRPr>
          </a:p>
          <a:p>
            <a:pPr marL="142846" indent="-142846" defTabSz="914507">
              <a:buFont typeface="Arial" panose="020B0604020202020204" pitchFamily="34" charset="0"/>
              <a:buChar char="•"/>
            </a:pPr>
            <a:r>
              <a:rPr lang="en-US" sz="1100">
                <a:solidFill>
                  <a:srgbClr val="000000"/>
                </a:solidFill>
                <a:latin typeface="IBM Plex Sans" panose="020B0503050203000203" pitchFamily="34" charset="0"/>
              </a:rPr>
              <a:t>Evolving workload demands continuously adapt to new analytics &amp; AI requirements.</a:t>
            </a:r>
          </a:p>
          <a:p>
            <a:pPr marL="142846" indent="-142846" defTabSz="914507">
              <a:buFont typeface="Arial" panose="020B0604020202020204" pitchFamily="34" charset="0"/>
              <a:buChar char="•"/>
            </a:pPr>
            <a:endParaRPr lang="en-US" sz="1100">
              <a:solidFill>
                <a:srgbClr val="000000"/>
              </a:solidFill>
              <a:latin typeface="IBM Plex Sans" panose="020B0503050203000203" pitchFamily="34" charset="0"/>
            </a:endParaRPr>
          </a:p>
        </p:txBody>
      </p:sp>
      <p:sp>
        <p:nvSpPr>
          <p:cNvPr id="12" name="Shape 10">
            <a:extLst>
              <a:ext uri="{FF2B5EF4-FFF2-40B4-BE49-F238E27FC236}">
                <a16:creationId xmlns:a16="http://schemas.microsoft.com/office/drawing/2014/main" id="{53669363-A02D-E7CB-C4AA-FEDEA359D8C1}"/>
              </a:ext>
            </a:extLst>
          </p:cNvPr>
          <p:cNvSpPr/>
          <p:nvPr/>
        </p:nvSpPr>
        <p:spPr>
          <a:xfrm>
            <a:off x="3913632" y="1719072"/>
            <a:ext cx="3337560" cy="292608"/>
          </a:xfrm>
          <a:prstGeom prst="rect">
            <a:avLst/>
          </a:prstGeom>
          <a:solidFill>
            <a:srgbClr val="16256F"/>
          </a:solidFill>
          <a:ln w="12700">
            <a:solidFill>
              <a:srgbClr val="16256F"/>
            </a:solidFill>
            <a:prstDash val="solid"/>
          </a:ln>
        </p:spPr>
        <p:txBody>
          <a:bodyPr/>
          <a:lstStyle/>
          <a:p>
            <a:endParaRPr lang="en-IN">
              <a:latin typeface="IBM Plex Sans" panose="020B0503050203000203" pitchFamily="34" charset="0"/>
            </a:endParaRPr>
          </a:p>
        </p:txBody>
      </p:sp>
      <p:sp>
        <p:nvSpPr>
          <p:cNvPr id="13" name="Text 11">
            <a:extLst>
              <a:ext uri="{FF2B5EF4-FFF2-40B4-BE49-F238E27FC236}">
                <a16:creationId xmlns:a16="http://schemas.microsoft.com/office/drawing/2014/main" id="{BE657A4E-AAC4-8898-0496-8C1BCBF14A4D}"/>
              </a:ext>
            </a:extLst>
          </p:cNvPr>
          <p:cNvSpPr/>
          <p:nvPr/>
        </p:nvSpPr>
        <p:spPr>
          <a:xfrm>
            <a:off x="4023360" y="1769364"/>
            <a:ext cx="3118104" cy="228600"/>
          </a:xfrm>
          <a:prstGeom prst="rect">
            <a:avLst/>
          </a:prstGeom>
          <a:noFill/>
          <a:ln/>
        </p:spPr>
        <p:txBody>
          <a:bodyPr wrap="square" lIns="0" tIns="0" rIns="0" bIns="0" rtlCol="0" anchor="ctr"/>
          <a:lstStyle/>
          <a:p>
            <a:pPr marL="0" indent="0">
              <a:buNone/>
            </a:pPr>
            <a:r>
              <a:rPr lang="en-US" sz="1100" b="1">
                <a:solidFill>
                  <a:srgbClr val="FFFFFF"/>
                </a:solidFill>
                <a:latin typeface="IBM Plex Sans" panose="020B0503050203000203" pitchFamily="34" charset="0"/>
                <a:ea typeface="IBM Plex Sans" pitchFamily="34" charset="-122"/>
                <a:cs typeface="IBM Plex Sans" pitchFamily="34" charset="-120"/>
              </a:rPr>
              <a:t>Jobs to be done</a:t>
            </a:r>
            <a:endParaRPr lang="en-US" sz="1100" b="1">
              <a:latin typeface="IBM Plex Sans" panose="020B0503050203000203" pitchFamily="34" charset="0"/>
            </a:endParaRPr>
          </a:p>
        </p:txBody>
      </p:sp>
      <p:sp>
        <p:nvSpPr>
          <p:cNvPr id="14" name="Shape 12">
            <a:extLst>
              <a:ext uri="{FF2B5EF4-FFF2-40B4-BE49-F238E27FC236}">
                <a16:creationId xmlns:a16="http://schemas.microsoft.com/office/drawing/2014/main" id="{2C01C9E3-6B08-7380-C5B4-462673A12B8D}"/>
              </a:ext>
            </a:extLst>
          </p:cNvPr>
          <p:cNvSpPr/>
          <p:nvPr/>
        </p:nvSpPr>
        <p:spPr>
          <a:xfrm>
            <a:off x="3913632" y="2011680"/>
            <a:ext cx="3337560" cy="2523744"/>
          </a:xfrm>
          <a:prstGeom prst="rect">
            <a:avLst/>
          </a:prstGeom>
          <a:solidFill>
            <a:srgbClr val="FFFFFF"/>
          </a:solidFill>
          <a:ln w="12700">
            <a:solidFill>
              <a:srgbClr val="B9C3D9"/>
            </a:solidFill>
            <a:prstDash val="solid"/>
          </a:ln>
          <a:effectLst>
            <a:outerShdw blurRad="12700" dist="50800" dir="2700000" algn="bl" rotWithShape="0">
              <a:srgbClr val="D0D0D0">
                <a:alpha val="15000"/>
              </a:srgbClr>
            </a:outerShdw>
          </a:effectLst>
        </p:spPr>
        <p:txBody>
          <a:bodyPr/>
          <a:lstStyle/>
          <a:p>
            <a:endParaRPr lang="en-IN">
              <a:latin typeface="IBM Plex Sans" panose="020B0503050203000203" pitchFamily="34" charset="0"/>
            </a:endParaRPr>
          </a:p>
        </p:txBody>
      </p:sp>
      <p:sp>
        <p:nvSpPr>
          <p:cNvPr id="15" name="Text 13">
            <a:extLst>
              <a:ext uri="{FF2B5EF4-FFF2-40B4-BE49-F238E27FC236}">
                <a16:creationId xmlns:a16="http://schemas.microsoft.com/office/drawing/2014/main" id="{F330239E-C005-071C-D092-75E6E3A7197C}"/>
              </a:ext>
            </a:extLst>
          </p:cNvPr>
          <p:cNvSpPr/>
          <p:nvPr/>
        </p:nvSpPr>
        <p:spPr>
          <a:xfrm>
            <a:off x="4023360" y="2103120"/>
            <a:ext cx="3118104" cy="2414016"/>
          </a:xfrm>
          <a:prstGeom prst="rect">
            <a:avLst/>
          </a:prstGeom>
          <a:noFill/>
          <a:ln/>
        </p:spPr>
        <p:txBody>
          <a:bodyPr wrap="square" lIns="254" tIns="254" rIns="254" bIns="254" rtlCol="0" anchor="t">
            <a:normAutofit/>
          </a:bodyPr>
          <a:lstStyle/>
          <a:p>
            <a:pPr marL="171450" indent="-171450" fontAlgn="base">
              <a:buFont typeface="Arial" panose="020B0604020202020204" pitchFamily="34" charset="0"/>
              <a:buChar char="•"/>
            </a:pPr>
            <a:r>
              <a:rPr lang="en-US" sz="1100">
                <a:solidFill>
                  <a:srgbClr val="1F1F1F"/>
                </a:solidFill>
                <a:latin typeface="IBM Plex Sans" panose="020B0503050203000203" pitchFamily="34" charset="0"/>
              </a:rPr>
              <a:t>Optimize the cost of modern data workloads ​</a:t>
            </a:r>
          </a:p>
          <a:p>
            <a:pPr marL="171450" indent="-171450" fontAlgn="base">
              <a:buFont typeface="Arial" panose="020B0604020202020204" pitchFamily="34" charset="0"/>
              <a:buChar char="•"/>
            </a:pPr>
            <a:r>
              <a:rPr lang="en-US" sz="1100">
                <a:solidFill>
                  <a:srgbClr val="1F1F1F"/>
                </a:solidFill>
                <a:latin typeface="IBM Plex Sans" panose="020B0503050203000203" pitchFamily="34" charset="0"/>
              </a:rPr>
              <a:t>Match every workload to the right engine ​</a:t>
            </a:r>
          </a:p>
          <a:p>
            <a:pPr marL="171450" indent="-171450" fontAlgn="base">
              <a:buFont typeface="Arial" panose="020B0604020202020204" pitchFamily="34" charset="0"/>
              <a:buChar char="•"/>
            </a:pPr>
            <a:r>
              <a:rPr lang="en-US" sz="1100">
                <a:solidFill>
                  <a:srgbClr val="1F1F1F"/>
                </a:solidFill>
                <a:latin typeface="IBM Plex Sans" panose="020B0503050203000203" pitchFamily="34" charset="0"/>
              </a:rPr>
              <a:t>Continuously improve efficiency through open-source innovation ​</a:t>
            </a:r>
          </a:p>
          <a:p>
            <a:pPr marL="171450" indent="-171450" fontAlgn="base">
              <a:buFont typeface="Arial" panose="020B0604020202020204" pitchFamily="34" charset="0"/>
              <a:buChar char="•"/>
            </a:pPr>
            <a:r>
              <a:rPr lang="en-US" sz="1100">
                <a:solidFill>
                  <a:srgbClr val="1F1F1F"/>
                </a:solidFill>
                <a:latin typeface="IBM Plex Sans" panose="020B0503050203000203" pitchFamily="34" charset="0"/>
              </a:rPr>
              <a:t>Maximize existing technology investments</a:t>
            </a:r>
            <a:r>
              <a:rPr lang="en-US" sz="1050">
                <a:solidFill>
                  <a:srgbClr val="1F1F1F"/>
                </a:solidFill>
                <a:latin typeface="IBM Plex Sans" panose="020B0503050203000203" pitchFamily="34" charset="0"/>
              </a:rPr>
              <a:t>​</a:t>
            </a:r>
          </a:p>
          <a:p>
            <a:pPr defTabSz="914507"/>
            <a:endParaRPr lang="en-US" sz="1000" b="1">
              <a:solidFill>
                <a:srgbClr val="000000"/>
              </a:solidFill>
              <a:ea typeface="+mn-lt"/>
              <a:cs typeface="+mn-lt"/>
            </a:endParaRPr>
          </a:p>
        </p:txBody>
      </p:sp>
      <p:sp>
        <p:nvSpPr>
          <p:cNvPr id="16" name="Shape 14">
            <a:extLst>
              <a:ext uri="{FF2B5EF4-FFF2-40B4-BE49-F238E27FC236}">
                <a16:creationId xmlns:a16="http://schemas.microsoft.com/office/drawing/2014/main" id="{1D9522C0-526F-D7B4-016C-1503FA3EC65A}"/>
              </a:ext>
            </a:extLst>
          </p:cNvPr>
          <p:cNvSpPr/>
          <p:nvPr/>
        </p:nvSpPr>
        <p:spPr>
          <a:xfrm>
            <a:off x="7443216" y="1719072"/>
            <a:ext cx="4261104" cy="292608"/>
          </a:xfrm>
          <a:prstGeom prst="rect">
            <a:avLst/>
          </a:prstGeom>
          <a:solidFill>
            <a:srgbClr val="16256F"/>
          </a:solidFill>
          <a:ln w="12700">
            <a:solidFill>
              <a:srgbClr val="16256F"/>
            </a:solidFill>
            <a:prstDash val="solid"/>
          </a:ln>
        </p:spPr>
        <p:txBody>
          <a:bodyPr/>
          <a:lstStyle/>
          <a:p>
            <a:endParaRPr lang="en-IN">
              <a:latin typeface="IBM Plex Sans" panose="020B0503050203000203" pitchFamily="34" charset="0"/>
            </a:endParaRPr>
          </a:p>
        </p:txBody>
      </p:sp>
      <p:sp>
        <p:nvSpPr>
          <p:cNvPr id="17" name="Text 15">
            <a:extLst>
              <a:ext uri="{FF2B5EF4-FFF2-40B4-BE49-F238E27FC236}">
                <a16:creationId xmlns:a16="http://schemas.microsoft.com/office/drawing/2014/main" id="{4B9E2D22-5C4F-0E01-3259-CDACF54EB70C}"/>
              </a:ext>
            </a:extLst>
          </p:cNvPr>
          <p:cNvSpPr/>
          <p:nvPr/>
        </p:nvSpPr>
        <p:spPr>
          <a:xfrm>
            <a:off x="7552944" y="1769364"/>
            <a:ext cx="4041648" cy="228600"/>
          </a:xfrm>
          <a:prstGeom prst="rect">
            <a:avLst/>
          </a:prstGeom>
          <a:noFill/>
          <a:ln/>
        </p:spPr>
        <p:txBody>
          <a:bodyPr wrap="square" lIns="0" tIns="0" rIns="0" bIns="0" rtlCol="0" anchor="ctr"/>
          <a:lstStyle/>
          <a:p>
            <a:pPr marL="0" indent="0">
              <a:buNone/>
            </a:pPr>
            <a:r>
              <a:rPr lang="en-US" sz="1100" b="1">
                <a:solidFill>
                  <a:srgbClr val="FFFFFF"/>
                </a:solidFill>
                <a:latin typeface="IBM Plex Sans" panose="020B0503050203000203" pitchFamily="34" charset="0"/>
                <a:ea typeface="IBM Plex Sans" pitchFamily="34" charset="-122"/>
                <a:cs typeface="IBM Plex Sans" pitchFamily="34" charset="-120"/>
              </a:rPr>
              <a:t>How IBM supports this</a:t>
            </a:r>
            <a:endParaRPr lang="en-US" sz="1100" b="1">
              <a:latin typeface="IBM Plex Sans" panose="020B0503050203000203" pitchFamily="34" charset="0"/>
            </a:endParaRPr>
          </a:p>
        </p:txBody>
      </p:sp>
      <p:sp>
        <p:nvSpPr>
          <p:cNvPr id="18" name="Shape 16">
            <a:extLst>
              <a:ext uri="{FF2B5EF4-FFF2-40B4-BE49-F238E27FC236}">
                <a16:creationId xmlns:a16="http://schemas.microsoft.com/office/drawing/2014/main" id="{6A370285-CE73-85CC-637D-BDA930EEEE82}"/>
              </a:ext>
            </a:extLst>
          </p:cNvPr>
          <p:cNvSpPr/>
          <p:nvPr/>
        </p:nvSpPr>
        <p:spPr>
          <a:xfrm>
            <a:off x="7443216" y="2011680"/>
            <a:ext cx="4261104" cy="2523744"/>
          </a:xfrm>
          <a:prstGeom prst="rect">
            <a:avLst/>
          </a:prstGeom>
          <a:solidFill>
            <a:srgbClr val="FFFFFF"/>
          </a:solidFill>
          <a:ln w="12700">
            <a:solidFill>
              <a:srgbClr val="B9C3D9"/>
            </a:solidFill>
            <a:prstDash val="solid"/>
          </a:ln>
          <a:effectLst>
            <a:outerShdw blurRad="12700" dist="50800" dir="2700000" algn="bl" rotWithShape="0">
              <a:srgbClr val="D0D0D0">
                <a:alpha val="15000"/>
              </a:srgbClr>
            </a:outerShdw>
          </a:effectLst>
        </p:spPr>
        <p:txBody>
          <a:bodyPr/>
          <a:lstStyle/>
          <a:p>
            <a:endParaRPr lang="en-IN">
              <a:latin typeface="IBM Plex Sans" panose="020B0503050203000203" pitchFamily="34" charset="0"/>
            </a:endParaRPr>
          </a:p>
        </p:txBody>
      </p:sp>
      <p:sp>
        <p:nvSpPr>
          <p:cNvPr id="19" name="Text 17">
            <a:extLst>
              <a:ext uri="{FF2B5EF4-FFF2-40B4-BE49-F238E27FC236}">
                <a16:creationId xmlns:a16="http://schemas.microsoft.com/office/drawing/2014/main" id="{B84F45D3-2859-97E2-64A0-A8016D7E3E6F}"/>
              </a:ext>
            </a:extLst>
          </p:cNvPr>
          <p:cNvSpPr/>
          <p:nvPr/>
        </p:nvSpPr>
        <p:spPr>
          <a:xfrm>
            <a:off x="7552944" y="2103120"/>
            <a:ext cx="4041648" cy="2414016"/>
          </a:xfrm>
          <a:prstGeom prst="rect">
            <a:avLst/>
          </a:prstGeom>
          <a:noFill/>
          <a:ln/>
        </p:spPr>
        <p:txBody>
          <a:bodyPr wrap="square" lIns="254" tIns="254" rIns="254" bIns="254" rtlCol="0" anchor="t">
            <a:normAutofit/>
          </a:bodyPr>
          <a:lstStyle/>
          <a:p>
            <a:pPr defTabSz="914507"/>
            <a:r>
              <a:rPr lang="en-US" sz="1100">
                <a:solidFill>
                  <a:srgbClr val="1F1F1F"/>
                </a:solidFill>
                <a:latin typeface="IBM Plex Sans" panose="020B0503050203000203" pitchFamily="34" charset="0"/>
              </a:rPr>
              <a:t>IBM delivers an open, interoperable platform that gives organizations the flexibility to run each workload on the engine that best meets their performance, scalability, and cost objectives. By combining fit-for-purpose engines with continuous innovation, including GPU acceleration, IBM helps organizations maximize workload price-performance while preserving existing technology investments.</a:t>
            </a:r>
          </a:p>
          <a:p>
            <a:pPr defTabSz="914507"/>
            <a:endParaRPr lang="en-US" sz="1100">
              <a:solidFill>
                <a:srgbClr val="1F1F1F"/>
              </a:solidFill>
              <a:latin typeface="IBM Plex Sans" panose="020B0503050203000203" pitchFamily="34" charset="0"/>
            </a:endParaRPr>
          </a:p>
          <a:p>
            <a:pPr defTabSz="914507"/>
            <a:r>
              <a:rPr lang="en-US" sz="1100" b="1">
                <a:solidFill>
                  <a:srgbClr val="000000"/>
                </a:solidFill>
                <a:latin typeface="IBM Plex Sans" panose="020B0503050203000203" pitchFamily="34" charset="0"/>
              </a:rPr>
              <a:t>Specific components​</a:t>
            </a:r>
          </a:p>
          <a:p>
            <a:pPr marL="171450" indent="-171450" fontAlgn="base">
              <a:buFont typeface="Arial" panose="020B0604020202020204" pitchFamily="34" charset="0"/>
              <a:buChar char="•"/>
            </a:pPr>
            <a:r>
              <a:rPr lang="en-US" sz="1100">
                <a:solidFill>
                  <a:srgbClr val="000000"/>
                </a:solidFill>
                <a:latin typeface="IBM Plex Sans"/>
              </a:rPr>
              <a:t>​</a:t>
            </a:r>
            <a:r>
              <a:rPr lang="en-US" sz="1000">
                <a:solidFill>
                  <a:srgbClr val="1F1F1F"/>
                </a:solidFill>
                <a:latin typeface="IBM Plex Sans" panose="020B0503050203000203" pitchFamily="34" charset="0"/>
              </a:rPr>
              <a:t>GPU Acceleration​</a:t>
            </a:r>
          </a:p>
          <a:p>
            <a:pPr marL="171450" indent="-171450" fontAlgn="base">
              <a:buFont typeface="Arial" panose="020B0604020202020204" pitchFamily="34" charset="0"/>
              <a:buChar char="•"/>
            </a:pPr>
            <a:r>
              <a:rPr lang="en-US" sz="1000">
                <a:solidFill>
                  <a:srgbClr val="1F1F1F"/>
                </a:solidFill>
                <a:latin typeface="IBM Plex Sans"/>
              </a:rPr>
              <a:t>Data Integration engines: DataStage, </a:t>
            </a:r>
            <a:r>
              <a:rPr lang="en-US" sz="1000" err="1">
                <a:solidFill>
                  <a:srgbClr val="1F1F1F"/>
                </a:solidFill>
                <a:latin typeface="IBM Plex Sans"/>
              </a:rPr>
              <a:t>StreamSets</a:t>
            </a:r>
            <a:r>
              <a:rPr lang="en-US" sz="1000">
                <a:solidFill>
                  <a:srgbClr val="1F1F1F"/>
                </a:solidFill>
                <a:latin typeface="IBM Plex Sans"/>
              </a:rPr>
              <a:t>, Spark, Flink ​</a:t>
            </a:r>
          </a:p>
          <a:p>
            <a:pPr marL="171450" indent="-171450" fontAlgn="base">
              <a:buFont typeface="Arial" panose="020B0604020202020204" pitchFamily="34" charset="0"/>
              <a:buChar char="•"/>
            </a:pPr>
            <a:r>
              <a:rPr lang="en-US" sz="1000">
                <a:solidFill>
                  <a:srgbClr val="1F1F1F"/>
                </a:solidFill>
                <a:latin typeface="IBM Plex Sans" panose="020B0503050203000203" pitchFamily="34" charset="0"/>
              </a:rPr>
              <a:t>DataStax (Apache Cassandra)​</a:t>
            </a:r>
          </a:p>
          <a:p>
            <a:endParaRPr lang="en-US" sz="1100">
              <a:solidFill>
                <a:srgbClr val="000000"/>
              </a:solidFill>
              <a:latin typeface="IBM Plex Sans" panose="020B0503050203000203" pitchFamily="34" charset="0"/>
            </a:endParaRPr>
          </a:p>
        </p:txBody>
      </p:sp>
      <p:sp>
        <p:nvSpPr>
          <p:cNvPr id="20" name="Shape 18">
            <a:extLst>
              <a:ext uri="{FF2B5EF4-FFF2-40B4-BE49-F238E27FC236}">
                <a16:creationId xmlns:a16="http://schemas.microsoft.com/office/drawing/2014/main" id="{214209A9-BA6D-DAFF-E1D2-AF7D00F4AAD6}"/>
              </a:ext>
            </a:extLst>
          </p:cNvPr>
          <p:cNvSpPr/>
          <p:nvPr/>
        </p:nvSpPr>
        <p:spPr>
          <a:xfrm>
            <a:off x="475488" y="4736592"/>
            <a:ext cx="11228832" cy="292608"/>
          </a:xfrm>
          <a:prstGeom prst="rect">
            <a:avLst/>
          </a:prstGeom>
          <a:solidFill>
            <a:srgbClr val="16256F"/>
          </a:solidFill>
          <a:ln w="12700">
            <a:solidFill>
              <a:srgbClr val="16256F"/>
            </a:solidFill>
            <a:prstDash val="solid"/>
          </a:ln>
        </p:spPr>
        <p:txBody>
          <a:bodyPr/>
          <a:lstStyle/>
          <a:p>
            <a:endParaRPr lang="en-IN">
              <a:latin typeface="IBM Plex Sans" panose="020B0503050203000203" pitchFamily="34" charset="0"/>
            </a:endParaRPr>
          </a:p>
        </p:txBody>
      </p:sp>
      <p:sp>
        <p:nvSpPr>
          <p:cNvPr id="21" name="Text 19">
            <a:extLst>
              <a:ext uri="{FF2B5EF4-FFF2-40B4-BE49-F238E27FC236}">
                <a16:creationId xmlns:a16="http://schemas.microsoft.com/office/drawing/2014/main" id="{CFEA81CE-7C57-668D-2FE7-F32765409B19}"/>
              </a:ext>
            </a:extLst>
          </p:cNvPr>
          <p:cNvSpPr/>
          <p:nvPr/>
        </p:nvSpPr>
        <p:spPr>
          <a:xfrm>
            <a:off x="585216" y="4786884"/>
            <a:ext cx="11009376" cy="228600"/>
          </a:xfrm>
          <a:prstGeom prst="rect">
            <a:avLst/>
          </a:prstGeom>
          <a:noFill/>
          <a:ln/>
        </p:spPr>
        <p:txBody>
          <a:bodyPr wrap="square" lIns="0" tIns="0" rIns="0" bIns="0" rtlCol="0" anchor="ctr"/>
          <a:lstStyle/>
          <a:p>
            <a:pPr marL="0" indent="0">
              <a:buNone/>
            </a:pPr>
            <a:r>
              <a:rPr lang="en-US" sz="1050">
                <a:solidFill>
                  <a:srgbClr val="FFFFFF"/>
                </a:solidFill>
                <a:latin typeface="IBM Plex Sans" panose="020B0503050203000203" pitchFamily="34" charset="0"/>
                <a:ea typeface="IBM Plex Sans" pitchFamily="34" charset="-122"/>
                <a:cs typeface="IBM Plex Sans" pitchFamily="34" charset="-120"/>
              </a:rPr>
              <a:t>Elevator pitch</a:t>
            </a:r>
            <a:endParaRPr lang="en-US" sz="1050">
              <a:latin typeface="IBM Plex Sans" panose="020B0503050203000203" pitchFamily="34" charset="0"/>
            </a:endParaRPr>
          </a:p>
        </p:txBody>
      </p:sp>
      <p:sp>
        <p:nvSpPr>
          <p:cNvPr id="22" name="Shape 20">
            <a:extLst>
              <a:ext uri="{FF2B5EF4-FFF2-40B4-BE49-F238E27FC236}">
                <a16:creationId xmlns:a16="http://schemas.microsoft.com/office/drawing/2014/main" id="{F691BD61-4475-DD5B-A7E8-AFA0B029174C}"/>
              </a:ext>
            </a:extLst>
          </p:cNvPr>
          <p:cNvSpPr/>
          <p:nvPr/>
        </p:nvSpPr>
        <p:spPr>
          <a:xfrm>
            <a:off x="475488" y="5029200"/>
            <a:ext cx="11228832" cy="1325880"/>
          </a:xfrm>
          <a:prstGeom prst="rect">
            <a:avLst/>
          </a:prstGeom>
          <a:solidFill>
            <a:srgbClr val="DDEBFF"/>
          </a:solidFill>
          <a:ln w="12700">
            <a:solidFill>
              <a:srgbClr val="0F62FE"/>
            </a:solidFill>
            <a:prstDash val="solid"/>
          </a:ln>
        </p:spPr>
        <p:txBody>
          <a:bodyPr/>
          <a:lstStyle/>
          <a:p>
            <a:endParaRPr lang="en-IN">
              <a:latin typeface="IBM Plex Sans" panose="020B0503050203000203" pitchFamily="34" charset="0"/>
            </a:endParaRPr>
          </a:p>
        </p:txBody>
      </p:sp>
      <p:sp>
        <p:nvSpPr>
          <p:cNvPr id="23" name="Text 21">
            <a:extLst>
              <a:ext uri="{FF2B5EF4-FFF2-40B4-BE49-F238E27FC236}">
                <a16:creationId xmlns:a16="http://schemas.microsoft.com/office/drawing/2014/main" id="{C8A62386-E715-9827-8F67-4E02994C5E1F}"/>
              </a:ext>
            </a:extLst>
          </p:cNvPr>
          <p:cNvSpPr/>
          <p:nvPr/>
        </p:nvSpPr>
        <p:spPr>
          <a:xfrm>
            <a:off x="658368" y="5148072"/>
            <a:ext cx="11045952" cy="1078992"/>
          </a:xfrm>
          <a:prstGeom prst="rect">
            <a:avLst/>
          </a:prstGeom>
          <a:noFill/>
          <a:ln/>
        </p:spPr>
        <p:txBody>
          <a:bodyPr wrap="square" lIns="127" tIns="127" rIns="127" bIns="127" rtlCol="0" anchor="t">
            <a:normAutofit/>
          </a:bodyPr>
          <a:lstStyle/>
          <a:p>
            <a:pPr>
              <a:spcBef>
                <a:spcPts val="300"/>
              </a:spcBef>
              <a:spcAft>
                <a:spcPts val="300"/>
              </a:spcAft>
              <a:buFont typeface="Segoe UI" panose="020B0502040204020203" pitchFamily="34" charset="0"/>
              <a:buChar char="​"/>
              <a:defRPr/>
            </a:pPr>
            <a:r>
              <a:rPr lang="en-US" sz="1300">
                <a:solidFill>
                  <a:srgbClr val="000000"/>
                </a:solidFill>
                <a:latin typeface="IBM Plex Sans"/>
                <a:cs typeface="Arial"/>
              </a:rPr>
              <a:t>No single engine is optimized for every workload. Analytics, AI, search, streaming, and operational applications each have different performance, scalability, and cost requirements. </a:t>
            </a:r>
          </a:p>
          <a:p>
            <a:pPr>
              <a:spcBef>
                <a:spcPts val="300"/>
              </a:spcBef>
              <a:spcAft>
                <a:spcPts val="300"/>
              </a:spcAft>
              <a:buFont typeface="Segoe UI" panose="020B0502040204020203" pitchFamily="34" charset="0"/>
              <a:buChar char="​"/>
              <a:defRPr/>
            </a:pPr>
            <a:r>
              <a:rPr lang="en-US" sz="1300">
                <a:solidFill>
                  <a:srgbClr val="000000"/>
                </a:solidFill>
                <a:latin typeface="IBM Plex Sans"/>
                <a:cs typeface="Arial"/>
              </a:rPr>
              <a:t>IBM brings fit-for-purpose engines together on an open platform, helping organizations maximize price-performance, simplify operations, and continuously adopt new innovations without replacing existing investments.</a:t>
            </a:r>
          </a:p>
        </p:txBody>
      </p:sp>
      <p:sp>
        <p:nvSpPr>
          <p:cNvPr id="24" name="Text 22">
            <a:extLst>
              <a:ext uri="{FF2B5EF4-FFF2-40B4-BE49-F238E27FC236}">
                <a16:creationId xmlns:a16="http://schemas.microsoft.com/office/drawing/2014/main" id="{2A154F99-203E-F10C-D747-C27A3036C879}"/>
              </a:ext>
            </a:extLst>
          </p:cNvPr>
          <p:cNvSpPr/>
          <p:nvPr/>
        </p:nvSpPr>
        <p:spPr>
          <a:xfrm>
            <a:off x="475488" y="6519672"/>
            <a:ext cx="6858000" cy="137160"/>
          </a:xfrm>
          <a:prstGeom prst="rect">
            <a:avLst/>
          </a:prstGeom>
          <a:noFill/>
          <a:ln/>
        </p:spPr>
        <p:txBody>
          <a:bodyPr wrap="square" lIns="0" tIns="0" rIns="0" bIns="0" rtlCol="0" anchor="ctr"/>
          <a:lstStyle/>
          <a:p>
            <a:pPr marL="0" indent="0">
              <a:buNone/>
            </a:pPr>
            <a:r>
              <a:rPr lang="en-US" sz="650">
                <a:solidFill>
                  <a:srgbClr val="4D5358"/>
                </a:solidFill>
                <a:latin typeface="IBM Plex Sans" panose="020B0503050203000203" pitchFamily="34" charset="0"/>
                <a:ea typeface="IBM Plex Sans" pitchFamily="34" charset="-122"/>
                <a:cs typeface="IBM Plex Sans" pitchFamily="34" charset="-120"/>
              </a:rPr>
              <a:t>IBM Data Platform Positioning, Messaging, &amp; Packaging | Q32026 | Internal planning draft</a:t>
            </a:r>
            <a:endParaRPr lang="en-US" sz="650">
              <a:latin typeface="IBM Plex Sans" panose="020B0503050203000203" pitchFamily="34" charset="0"/>
            </a:endParaRPr>
          </a:p>
        </p:txBody>
      </p:sp>
      <p:sp>
        <p:nvSpPr>
          <p:cNvPr id="25" name="Text 23">
            <a:extLst>
              <a:ext uri="{FF2B5EF4-FFF2-40B4-BE49-F238E27FC236}">
                <a16:creationId xmlns:a16="http://schemas.microsoft.com/office/drawing/2014/main" id="{9773AD45-1003-DA06-9A5D-A70152D423B8}"/>
              </a:ext>
            </a:extLst>
          </p:cNvPr>
          <p:cNvSpPr/>
          <p:nvPr/>
        </p:nvSpPr>
        <p:spPr>
          <a:xfrm>
            <a:off x="10698480" y="6519672"/>
            <a:ext cx="1005840" cy="137160"/>
          </a:xfrm>
          <a:prstGeom prst="rect">
            <a:avLst/>
          </a:prstGeom>
          <a:noFill/>
          <a:ln/>
        </p:spPr>
        <p:txBody>
          <a:bodyPr wrap="square" lIns="0" tIns="0" rIns="0" bIns="0" rtlCol="0" anchor="ctr"/>
          <a:lstStyle/>
          <a:p>
            <a:pPr marL="0" indent="0" algn="r">
              <a:buNone/>
            </a:pPr>
            <a:r>
              <a:rPr lang="en-US" sz="650">
                <a:solidFill>
                  <a:srgbClr val="4D5358"/>
                </a:solidFill>
                <a:latin typeface="IBM Plex Sans" panose="020B0503050203000203" pitchFamily="34" charset="0"/>
                <a:ea typeface="IBM Plex Sans" pitchFamily="34" charset="-122"/>
                <a:cs typeface="IBM Plex Sans" pitchFamily="34" charset="-120"/>
              </a:rPr>
              <a:t>IBM Internal</a:t>
            </a:r>
            <a:endParaRPr lang="en-US" sz="650">
              <a:latin typeface="IBM Plex Sans" panose="020B0503050203000203" pitchFamily="34" charset="0"/>
            </a:endParaRPr>
          </a:p>
        </p:txBody>
      </p:sp>
      <p:sp>
        <p:nvSpPr>
          <p:cNvPr id="27" name="5-Point Star 26">
            <a:extLst>
              <a:ext uri="{FF2B5EF4-FFF2-40B4-BE49-F238E27FC236}">
                <a16:creationId xmlns:a16="http://schemas.microsoft.com/office/drawing/2014/main" id="{06E18C60-A9E9-0012-D9CC-22A26B61C9AE}"/>
              </a:ext>
            </a:extLst>
          </p:cNvPr>
          <p:cNvSpPr/>
          <p:nvPr/>
        </p:nvSpPr>
        <p:spPr>
          <a:xfrm>
            <a:off x="217142" y="4786134"/>
            <a:ext cx="203482" cy="193523"/>
          </a:xfrm>
          <a:prstGeom prst="star5">
            <a:avLst/>
          </a:prstGeom>
          <a:solidFill>
            <a:srgbClr val="70AD47">
              <a:lumMod val="7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IBM Plex Sans" panose="020B0503050203000203" pitchFamily="34" charset="0"/>
              <a:ea typeface="+mn-ea"/>
              <a:cs typeface="+mn-cs"/>
            </a:endParaRPr>
          </a:p>
        </p:txBody>
      </p:sp>
      <p:sp>
        <p:nvSpPr>
          <p:cNvPr id="28" name="5-Point Star 27">
            <a:extLst>
              <a:ext uri="{FF2B5EF4-FFF2-40B4-BE49-F238E27FC236}">
                <a16:creationId xmlns:a16="http://schemas.microsoft.com/office/drawing/2014/main" id="{B3BA0231-41BB-6C76-92D9-2F19AE6E7011}"/>
              </a:ext>
            </a:extLst>
          </p:cNvPr>
          <p:cNvSpPr/>
          <p:nvPr/>
        </p:nvSpPr>
        <p:spPr>
          <a:xfrm>
            <a:off x="9798330" y="579093"/>
            <a:ext cx="293917" cy="279532"/>
          </a:xfrm>
          <a:prstGeom prst="star5">
            <a:avLst/>
          </a:prstGeom>
          <a:solidFill>
            <a:srgbClr val="70AD47">
              <a:lumMod val="7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IBM Plex Sans" panose="020B0503050203000203" pitchFamily="34" charset="0"/>
              <a:ea typeface="+mn-ea"/>
              <a:cs typeface="+mn-cs"/>
            </a:endParaRPr>
          </a:p>
        </p:txBody>
      </p:sp>
      <p:sp>
        <p:nvSpPr>
          <p:cNvPr id="29" name="Text 1">
            <a:extLst>
              <a:ext uri="{FF2B5EF4-FFF2-40B4-BE49-F238E27FC236}">
                <a16:creationId xmlns:a16="http://schemas.microsoft.com/office/drawing/2014/main" id="{B07EB0C5-033D-9CFA-D1F6-2046DB62EDD6}"/>
              </a:ext>
            </a:extLst>
          </p:cNvPr>
          <p:cNvSpPr/>
          <p:nvPr/>
        </p:nvSpPr>
        <p:spPr>
          <a:xfrm>
            <a:off x="10092247" y="652779"/>
            <a:ext cx="1881150" cy="197990"/>
          </a:xfrm>
          <a:prstGeom prst="rect">
            <a:avLst/>
          </a:prstGeom>
          <a:noFill/>
          <a:ln/>
        </p:spPr>
        <p:txBody>
          <a:bodyPr wrap="square" lIns="0" tIns="0" rIns="0" bIns="0" rtlCol="0" anchor="ctr"/>
          <a:lstStyle/>
          <a:p>
            <a:pPr>
              <a:defRPr/>
            </a:pPr>
            <a:r>
              <a:rPr lang="en-US" sz="1200">
                <a:solidFill>
                  <a:prstClr val="black"/>
                </a:solidFill>
                <a:highlight>
                  <a:srgbClr val="FFFF00"/>
                </a:highlight>
                <a:latin typeface="IBM Plex Sans" panose="020B0503050203000203" pitchFamily="34" charset="0"/>
                <a:ea typeface="Arial" pitchFamily="34" charset="-122"/>
                <a:cs typeface="Arial" pitchFamily="34" charset="-120"/>
              </a:rPr>
              <a:t>Feedback required</a:t>
            </a:r>
            <a:endParaRPr lang="en-US" sz="1200">
              <a:solidFill>
                <a:prstClr val="black"/>
              </a:solidFill>
              <a:highlight>
                <a:srgbClr val="FFFF00"/>
              </a:highlight>
              <a:latin typeface="IBM Plex Sans" panose="020B0503050203000203" pitchFamily="34" charset="0"/>
              <a:cs typeface="Arial"/>
            </a:endParaRPr>
          </a:p>
        </p:txBody>
      </p:sp>
      <p:sp>
        <p:nvSpPr>
          <p:cNvPr id="26" name="5-Point Star 25">
            <a:extLst>
              <a:ext uri="{FF2B5EF4-FFF2-40B4-BE49-F238E27FC236}">
                <a16:creationId xmlns:a16="http://schemas.microsoft.com/office/drawing/2014/main" id="{18556B9A-578A-1870-ACCE-F7338F81FA54}"/>
              </a:ext>
            </a:extLst>
          </p:cNvPr>
          <p:cNvSpPr/>
          <p:nvPr/>
        </p:nvSpPr>
        <p:spPr>
          <a:xfrm>
            <a:off x="350481" y="1517904"/>
            <a:ext cx="293917" cy="279532"/>
          </a:xfrm>
          <a:prstGeom prst="star5">
            <a:avLst/>
          </a:prstGeom>
          <a:solidFill>
            <a:srgbClr val="70AD47">
              <a:lumMod val="7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IBM Plex Sans" panose="020B0503050203000203" pitchFamily="34" charset="0"/>
              <a:ea typeface="+mn-ea"/>
              <a:cs typeface="+mn-cs"/>
            </a:endParaRPr>
          </a:p>
        </p:txBody>
      </p:sp>
      <p:sp>
        <p:nvSpPr>
          <p:cNvPr id="30" name="5-Point Star 29">
            <a:extLst>
              <a:ext uri="{FF2B5EF4-FFF2-40B4-BE49-F238E27FC236}">
                <a16:creationId xmlns:a16="http://schemas.microsoft.com/office/drawing/2014/main" id="{D477D4D7-49D0-7F11-A815-1100711DA354}"/>
              </a:ext>
            </a:extLst>
          </p:cNvPr>
          <p:cNvSpPr/>
          <p:nvPr/>
        </p:nvSpPr>
        <p:spPr>
          <a:xfrm>
            <a:off x="3876401" y="1510086"/>
            <a:ext cx="293917" cy="279532"/>
          </a:xfrm>
          <a:prstGeom prst="star5">
            <a:avLst/>
          </a:prstGeom>
          <a:solidFill>
            <a:srgbClr val="70AD47">
              <a:lumMod val="7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IBM Plex Sans" panose="020B0503050203000203" pitchFamily="34" charset="0"/>
              <a:ea typeface="+mn-ea"/>
              <a:cs typeface="+mn-cs"/>
            </a:endParaRPr>
          </a:p>
        </p:txBody>
      </p:sp>
    </p:spTree>
    <p:extLst>
      <p:ext uri="{BB962C8B-B14F-4D97-AF65-F5344CB8AC3E}">
        <p14:creationId xmlns:p14="http://schemas.microsoft.com/office/powerpoint/2010/main" val="113002208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Wz9_f.d6YGbJCbK0.Pg2_A"/>
</p:tagLst>
</file>

<file path=ppt/tags/tag3.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4.xml><?xml version="1.0" encoding="utf-8"?>
<p:tagLst xmlns:a="http://schemas.openxmlformats.org/drawingml/2006/main" xmlns:r="http://schemas.openxmlformats.org/officeDocument/2006/relationships" xmlns:p="http://schemas.openxmlformats.org/presentationml/2006/main">
  <p:tag name="SHAPENAME" val="Subtitle"/>
</p:tagLst>
</file>

<file path=ppt/tags/tag5.xml><?xml version="1.0" encoding="utf-8"?>
<p:tagLst xmlns:a="http://schemas.openxmlformats.org/drawingml/2006/main" xmlns:r="http://schemas.openxmlformats.org/officeDocument/2006/relationships" xmlns:p="http://schemas.openxmlformats.org/presentationml/2006/main">
  <p:tag name="SHAPENAME" val="Title"/>
</p:tagLst>
</file>

<file path=ppt/tags/tag6.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7.xml><?xml version="1.0" encoding="utf-8"?>
<p:tagLst xmlns:a="http://schemas.openxmlformats.org/drawingml/2006/main" xmlns:r="http://schemas.openxmlformats.org/officeDocument/2006/relationships" xmlns:p="http://schemas.openxmlformats.org/presentationml/2006/main">
  <p:tag name="SHAPENAME" val="Slide Number"/>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IBM presentation template">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E5F6FF"/>
        </a:solidFill>
        <a:ln w="19050">
          <a:solidFill>
            <a:srgbClr val="E5F6FF"/>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1400" b="0" i="0" u="none" strike="noStrike" cap="none" normalizeH="0" baseline="0" dirty="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270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r="http://schemas.openxmlformats.org/officeDocument/2006/relationships" xmlns:p="http://schemas.openxmlformats.org/presentationml/2006/main" xmlns="" xmlns:m="http://schemas.openxmlformats.org/officeDocument/2006/math" xmlns:a14="http://schemas.microsoft.com/office/drawing/2010/main" xmlns:ma14="http://schemas.microsoft.com/office/mac/drawingml/2011/main"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1730368918050" id="{31DF0289-1028-6943-A020-36845773A867}" vid="{420903E5-FF27-9C4D-AB14-78ABBED49DF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7</Slides>
  <Notes>7</Notes>
  <HiddenSlides>0</HiddenSlides>
  <ScaleCrop>false</ScaleCrop>
  <HeadingPairs>
    <vt:vector size="4" baseType="variant">
      <vt:variant>
        <vt:lpstr>Theme</vt:lpstr>
      </vt:variant>
      <vt:variant>
        <vt:i4>2</vt:i4>
      </vt:variant>
      <vt:variant>
        <vt:lpstr>Slide Titles</vt:lpstr>
      </vt:variant>
      <vt:variant>
        <vt:i4>7</vt:i4>
      </vt:variant>
    </vt:vector>
  </HeadingPairs>
  <TitlesOfParts>
    <vt:vector size="9" baseType="lpstr">
      <vt:lpstr>1_Office Theme</vt:lpstr>
      <vt:lpstr>IBM presentation template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IBM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IBM Data narrative feedback</dc:title>
  <dc:subject>IBM Data narrative feedback</dc:subject>
  <dc:creator>OpenAI</dc:creator>
  <cp:revision>2</cp:revision>
  <dcterms:created xsi:type="dcterms:W3CDTF">2026-07-14T14:22:00Z</dcterms:created>
  <dcterms:modified xsi:type="dcterms:W3CDTF">2026-07-28T06:29:27Z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470bcdf-e424-40e3-9ceb-40cf94994388_Enabled">
    <vt:lpwstr>True</vt:lpwstr>
  </property>
  <property fmtid="{D5CDD505-2E9C-101B-9397-08002B2CF9AE}" pid="3" name="MSIP_Label_4470bcdf-e424-40e3-9ceb-40cf94994388_SiteId">
    <vt:lpwstr>fcf67057-50c9-4ad4-98f3-ffca64add9e9</vt:lpwstr>
  </property>
  <property fmtid="{D5CDD505-2E9C-101B-9397-08002B2CF9AE}" pid="4" name="MSIP_Label_4470bcdf-e424-40e3-9ceb-40cf94994388_SetDate">
    <vt:lpwstr>2026-07-14T14:44:20Z</vt:lpwstr>
  </property>
  <property fmtid="{D5CDD505-2E9C-101B-9397-08002B2CF9AE}" pid="5" name="MSIP_Label_4470bcdf-e424-40e3-9ceb-40cf94994388_Name">
    <vt:lpwstr>IBM Confidential</vt:lpwstr>
  </property>
  <property fmtid="{D5CDD505-2E9C-101B-9397-08002B2CF9AE}" pid="6" name="MSIP_Label_4470bcdf-e424-40e3-9ceb-40cf94994388_ActionId">
    <vt:lpwstr>7b2d78d0-1ddd-4480-915c-453ae4fd34c1</vt:lpwstr>
  </property>
  <property fmtid="{D5CDD505-2E9C-101B-9397-08002B2CF9AE}" pid="7" name="MSIP_Label_4470bcdf-e424-40e3-9ceb-40cf94994388_Removed">
    <vt:lpwstr>False</vt:lpwstr>
  </property>
  <property fmtid="{D5CDD505-2E9C-101B-9397-08002B2CF9AE}" pid="8" name="MSIP_Label_4470bcdf-e424-40e3-9ceb-40cf94994388_Extended_MSFT_Method">
    <vt:lpwstr>Standard</vt:lpwstr>
  </property>
  <property fmtid="{D5CDD505-2E9C-101B-9397-08002B2CF9AE}" pid="9" name="Sensitivity">
    <vt:lpwstr>IBM Confidential</vt:lpwstr>
  </property>
</Properties>
</file>